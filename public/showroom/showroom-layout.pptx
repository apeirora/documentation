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fntdata" ContentType="application/x-fontdata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819" r:id="rId7"/>
  </p:sldMasterIdLst>
  <p:notesMasterIdLst>
    <p:notesMasterId r:id="rId10"/>
  </p:notesMasterIdLst>
  <p:handoutMasterIdLst>
    <p:handoutMasterId r:id="rId11"/>
  </p:handoutMasterIdLst>
  <p:sldIdLst>
    <p:sldId id="2147483577" r:id="rId8"/>
    <p:sldId id="2147483578" r:id="rId9"/>
  </p:sldIdLst>
  <p:sldSz cx="12195175" cy="6858000"/>
  <p:notesSz cx="6858000" cy="9144000"/>
  <p:embeddedFontLst>
    <p:embeddedFont>
      <p:font typeface="72 Brand" panose="020B0504030603020204" pitchFamily="34" charset="0"/>
      <p:regular r:id="rId12"/>
      <p:bold r:id="rId13"/>
      <p:italic r:id="rId14"/>
      <p:boldItalic r:id="rId15"/>
    </p:embeddedFont>
    <p:embeddedFont>
      <p:font typeface="72 Brand Medium" panose="020B0504030603020204" pitchFamily="34" charset="0"/>
      <p:regular r:id="rId16"/>
      <p:italic r:id="rId17"/>
    </p:embeddedFont>
    <p:embeddedFont>
      <p:font typeface="Roboto" panose="02000000000000000000" pitchFamily="2" charset="0"/>
      <p:regular r:id="rId18"/>
      <p:bold r:id="rId19"/>
      <p:italic r:id="rId20"/>
      <p:boldItalic r:id="rId21"/>
    </p:embeddedFont>
  </p:embeddedFontLst>
  <p:custDataLst>
    <p:tags r:id="rId22"/>
  </p:custDataLst>
  <p:defaultTextStyle>
    <a:defPPr>
      <a:defRPr lang="de-DE"/>
    </a:defPPr>
    <a:lvl1pPr marL="0" algn="l" defTabSz="1088776" rtl="0" eaLnBrk="1" latinLnBrk="0" hangingPunct="1">
      <a:defRPr lang="de-DE" sz="2100" kern="1200">
        <a:solidFill>
          <a:schemeClr val="tx1"/>
        </a:solidFill>
        <a:latin typeface="Arial"/>
        <a:ea typeface="+mn-ea"/>
        <a:cs typeface="+mn-cs"/>
      </a:defRPr>
    </a:lvl1pPr>
    <a:lvl2pPr marL="544388" algn="l" defTabSz="1088776" rtl="0" eaLnBrk="1" latinLnBrk="0" hangingPunct="1">
      <a:buClr>
        <a:srgbClr val="FDB913"/>
      </a:buClr>
      <a:buSzPct val="100000"/>
      <a:buFont typeface="wingdings"/>
      <a:buChar char=""/>
      <a:defRPr lang="de-DE" sz="2100" kern="1200">
        <a:solidFill>
          <a:schemeClr val="tx1"/>
        </a:solidFill>
        <a:latin typeface="Arial"/>
        <a:ea typeface="+mn-ea"/>
        <a:cs typeface="+mn-cs"/>
      </a:defRPr>
    </a:lvl2pPr>
    <a:lvl3pPr marL="1088776" algn="l" defTabSz="1088776" rtl="0" eaLnBrk="1" latinLnBrk="0" hangingPunct="1">
      <a:buClr>
        <a:srgbClr val="666666"/>
      </a:buClr>
      <a:buSzPct val="80000"/>
      <a:buFont typeface="Wingdings"/>
      <a:buChar char="n"/>
      <a:defRPr lang="de-DE" sz="1700" kern="1200">
        <a:solidFill>
          <a:schemeClr val="tx1"/>
        </a:solidFill>
        <a:latin typeface="Arial"/>
        <a:ea typeface="+mn-ea"/>
        <a:cs typeface="+mn-cs"/>
      </a:defRPr>
    </a:lvl3pPr>
    <a:lvl4pPr marL="1633164" algn="l" defTabSz="1088776" rtl="0" eaLnBrk="1" latinLnBrk="0" hangingPunct="1">
      <a:buClr>
        <a:srgbClr val="666666"/>
      </a:buClr>
      <a:buSzPct val="80000"/>
      <a:buFont typeface="Arial"/>
      <a:buChar char=""/>
      <a:defRPr lang="de-DE" sz="1400" kern="1200">
        <a:solidFill>
          <a:schemeClr val="tx1"/>
        </a:solidFill>
        <a:latin typeface="Arial"/>
        <a:ea typeface="+mn-ea"/>
        <a:cs typeface="+mn-cs"/>
      </a:defRPr>
    </a:lvl4pPr>
    <a:lvl5pPr marL="2177552" algn="l" defTabSz="1088776" rtl="0" eaLnBrk="1" latinLnBrk="0" hangingPunct="1">
      <a:buClr>
        <a:srgbClr val="666666"/>
      </a:buClr>
      <a:buSzPct val="80000"/>
      <a:buFont typeface="Arial"/>
      <a:buChar char=""/>
      <a:defRPr lang="de-DE" sz="1200" kern="1200">
        <a:solidFill>
          <a:schemeClr val="tx1"/>
        </a:solidFill>
        <a:latin typeface="Arial"/>
        <a:ea typeface="+mn-ea"/>
        <a:cs typeface="+mn-cs"/>
      </a:defRPr>
    </a:lvl5pPr>
    <a:lvl6pPr marL="2721940" algn="l" defTabSz="108877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6pPr>
    <a:lvl7pPr marL="3266328" algn="l" defTabSz="108877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7pPr>
    <a:lvl8pPr marL="3810716" algn="l" defTabSz="108877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8pPr>
    <a:lvl9pPr marL="4355104" algn="l" defTabSz="108877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450294C7-8E17-8A45-B225-B1CED0962A0C}">
          <p14:sldIdLst>
            <p14:sldId id="2147483577"/>
            <p14:sldId id="2147483578"/>
          </p14:sldIdLst>
        </p14:section>
      </p14:sectionLst>
    </p:ext>
    <p:ext uri="{EFAFB233-063F-42B5-8137-9DF3F51BA10A}">
      <p15:sldGuideLst xmlns:p15="http://schemas.microsoft.com/office/powerpoint/2012/main">
        <p15:guide id="1" pos="3841" userDrawn="1">
          <p15:clr>
            <a:srgbClr val="A4A3A4"/>
          </p15:clr>
        </p15:guide>
        <p15:guide id="2" orient="horz" pos="331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  <p188:author id="{01E58403-287A-01B7-A929-D8E23DE25520}" name="Schmidt, Michael" initials="SM" userId="S::michael02.schmidt@sap.com::998f3e94-47ea-4e76-9b92-2ffa022df486" providerId="AD"/>
  <p188:author id="{D480BC22-5BFE-E45A-53D3-3D7C73E68B48}" name="Janduda, Malte" initials="JM" userId="S::malte.janduda@sap.com::1ea0262b-78ea-4eda-b4a1-b87aa5aab327" providerId="AD"/>
  <p188:author id="{354D455B-DBC7-6869-D3D8-A4EE1526A48C}" name="Meijler, Theo Dirk" initials="MTD" userId="S::theo.dirk.meijler@sap.com::9ebaf769-0e1a-4c82-a953-6e5cfd07c78f" providerId="AD"/>
  <p188:author id="{B9EC7863-F26D-5C4D-7AB5-59111B8DE73E}" name="Lenkeit, Maximilian" initials="LM" userId="S::maximilian.lenkeit@sap.com::186b000b-e266-4626-9a5a-5eeef5a89761" providerId="AD"/>
  <p188:author id="{E0E0E478-8445-F332-BEF2-468D4342697E}" name="Joy, Colin" initials="JC" userId="S::colin.joy@sap.com::e673a9ed-5281-4883-be05-d424472b0132" providerId="AD"/>
  <p188:author id="{8E0A2685-922A-1E39-BACF-3D3FA6995504}" name="Hermes, Martin" initials="HM" userId="S::martin.hermes@sap.com::0c1732f7-7a04-4fbf-8ac6-1566b8e7ecde" providerId="AD"/>
  <p188:author id="{2B180FC1-C826-2260-EACF-0EF4A87E03A9}" name="Echterhoelter, Bastian" initials="BE" userId="S::bastian.echterhoelter@sap.com::4ea7c1f9-805c-43ec-8f90-71769881aed7" providerId="AD"/>
  <p188:author id="{C7AA7FC6-B30B-349D-056C-AE70DD5A5D86}" name="Schlosser, Andreas" initials="AS" userId="S::andreas.schlosser@sap.com::e6b3b650-79e4-4f68-b92e-9a41a27857f1" providerId="AD"/>
  <p188:author id="{8CA27FD4-3B13-45D0-4F9D-DCAF4873CB7D}" name="Heimler, Simon" initials="HS" userId="S::simon.heimler@sap.com::d4f4bf6e-3bf0-4572-8a2e-454cc7c6b2f7" providerId="AD"/>
  <p188:author id="{005550DF-2F28-D8F2-F43E-E6F6CDC39401}" name="Braun, Maximilian" initials="BM" userId="S::maximilian.braun@sap.com::4468fe75-4683-44d0-85db-36bb3b02f29d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1B17306-3654-CF42-9359-4CCA7AD6020D}" v="16" dt="2025-12-22T08:51:45.356"/>
  </p1510:revLst>
</p1510:revInfo>
</file>

<file path=ppt/tableStyles.xml><?xml version="1.0" encoding="utf-8"?>
<a:tblStyleLst xmlns:a="http://schemas.openxmlformats.org/drawingml/2006/main" def="{2D5ABB26-0587-4C30-8999-92F81FD0307C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C2FFA5D-87B4-456A-9821-1D502468CF0F}" styleName="Themed Style 1 –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–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157"/>
    <p:restoredTop sz="94726"/>
  </p:normalViewPr>
  <p:slideViewPr>
    <p:cSldViewPr snapToGrid="0">
      <p:cViewPr>
        <p:scale>
          <a:sx n="88" d="100"/>
          <a:sy n="88" d="100"/>
        </p:scale>
        <p:origin x="2368" y="872"/>
      </p:cViewPr>
      <p:guideLst>
        <p:guide pos="3841"/>
        <p:guide orient="horz" pos="3317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font" Target="fonts/font10.fntdata"/><Relationship Id="rId7" Type="http://schemas.openxmlformats.org/officeDocument/2006/relationships/slideMaster" Target="slideMasters/slideMaster1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29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customXml" Target="../customXml/item6.xml"/><Relationship Id="rId11" Type="http://schemas.openxmlformats.org/officeDocument/2006/relationships/handoutMaster" Target="handoutMasters/handoutMaster1.xml"/><Relationship Id="rId24" Type="http://schemas.openxmlformats.org/officeDocument/2006/relationships/viewProps" Target="viewProps.xml"/><Relationship Id="rId5" Type="http://schemas.openxmlformats.org/officeDocument/2006/relationships/customXml" Target="../customXml/item5.xml"/><Relationship Id="rId15" Type="http://schemas.openxmlformats.org/officeDocument/2006/relationships/font" Target="fonts/font4.fntdata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8.fntdata"/><Relationship Id="rId4" Type="http://schemas.openxmlformats.org/officeDocument/2006/relationships/customXml" Target="../customXml/item4.xml"/><Relationship Id="rId9" Type="http://schemas.openxmlformats.org/officeDocument/2006/relationships/slide" Target="slides/slide2.xml"/><Relationship Id="rId14" Type="http://schemas.openxmlformats.org/officeDocument/2006/relationships/font" Target="fonts/font3.fntdata"/><Relationship Id="rId22" Type="http://schemas.openxmlformats.org/officeDocument/2006/relationships/tags" Target="tags/tag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chlosser, Andreas" userId="e6b3b650-79e4-4f68-b92e-9a41a27857f1" providerId="ADAL" clId="{A5A006BA-947B-55D2-9EDD-C231CC2218DE}"/>
    <pc:docChg chg="undo custSel addSld delSld modSld modSection">
      <pc:chgData name="Schlosser, Andreas" userId="e6b3b650-79e4-4f68-b92e-9a41a27857f1" providerId="ADAL" clId="{A5A006BA-947B-55D2-9EDD-C231CC2218DE}" dt="2025-12-22T08:52:15.593" v="255" actId="478"/>
      <pc:docMkLst>
        <pc:docMk/>
      </pc:docMkLst>
      <pc:sldChg chg="del">
        <pc:chgData name="Schlosser, Andreas" userId="e6b3b650-79e4-4f68-b92e-9a41a27857f1" providerId="ADAL" clId="{A5A006BA-947B-55D2-9EDD-C231CC2218DE}" dt="2025-12-22T08:44:21.387" v="3" actId="2696"/>
        <pc:sldMkLst>
          <pc:docMk/>
          <pc:sldMk cId="3360086576" sldId="2147483488"/>
        </pc:sldMkLst>
      </pc:sldChg>
      <pc:sldChg chg="del">
        <pc:chgData name="Schlosser, Andreas" userId="e6b3b650-79e4-4f68-b92e-9a41a27857f1" providerId="ADAL" clId="{A5A006BA-947B-55D2-9EDD-C231CC2218DE}" dt="2025-12-22T08:44:10.165" v="0" actId="2696"/>
        <pc:sldMkLst>
          <pc:docMk/>
          <pc:sldMk cId="640486317" sldId="2147483528"/>
        </pc:sldMkLst>
      </pc:sldChg>
      <pc:sldChg chg="addSp modSp mod">
        <pc:chgData name="Schlosser, Andreas" userId="e6b3b650-79e4-4f68-b92e-9a41a27857f1" providerId="ADAL" clId="{A5A006BA-947B-55D2-9EDD-C231CC2218DE}" dt="2025-12-22T08:47:56.807" v="143" actId="20577"/>
        <pc:sldMkLst>
          <pc:docMk/>
          <pc:sldMk cId="3523874021" sldId="2147483577"/>
        </pc:sldMkLst>
        <pc:spChg chg="mod">
          <ac:chgData name="Schlosser, Andreas" userId="e6b3b650-79e4-4f68-b92e-9a41a27857f1" providerId="ADAL" clId="{A5A006BA-947B-55D2-9EDD-C231CC2218DE}" dt="2025-12-22T08:46:16.710" v="18" actId="27107"/>
          <ac:spMkLst>
            <pc:docMk/>
            <pc:sldMk cId="3523874021" sldId="2147483577"/>
            <ac:spMk id="3" creationId="{67C75B68-D48E-0F52-5CC2-080A73FF2761}"/>
          </ac:spMkLst>
        </pc:spChg>
        <pc:spChg chg="add mod">
          <ac:chgData name="Schlosser, Andreas" userId="e6b3b650-79e4-4f68-b92e-9a41a27857f1" providerId="ADAL" clId="{A5A006BA-947B-55D2-9EDD-C231CC2218DE}" dt="2025-12-22T08:45:04.941" v="15"/>
          <ac:spMkLst>
            <pc:docMk/>
            <pc:sldMk cId="3523874021" sldId="2147483577"/>
            <ac:spMk id="5" creationId="{92E04DC7-A912-E2E1-0C59-8F8B3E81C357}"/>
          </ac:spMkLst>
        </pc:spChg>
        <pc:spChg chg="add mod">
          <ac:chgData name="Schlosser, Andreas" userId="e6b3b650-79e4-4f68-b92e-9a41a27857f1" providerId="ADAL" clId="{A5A006BA-947B-55D2-9EDD-C231CC2218DE}" dt="2025-12-22T08:47:40.462" v="113" actId="14100"/>
          <ac:spMkLst>
            <pc:docMk/>
            <pc:sldMk cId="3523874021" sldId="2147483577"/>
            <ac:spMk id="6" creationId="{A5A11D84-3E2A-4738-37B8-70A0FD35C4D6}"/>
          </ac:spMkLst>
        </pc:spChg>
        <pc:spChg chg="add mod">
          <ac:chgData name="Schlosser, Andreas" userId="e6b3b650-79e4-4f68-b92e-9a41a27857f1" providerId="ADAL" clId="{A5A006BA-947B-55D2-9EDD-C231CC2218DE}" dt="2025-12-22T08:47:56.807" v="143" actId="20577"/>
          <ac:spMkLst>
            <pc:docMk/>
            <pc:sldMk cId="3523874021" sldId="2147483577"/>
            <ac:spMk id="8" creationId="{5F228CBD-DB75-3ABD-3A0E-B1F17705CDB2}"/>
          </ac:spMkLst>
        </pc:spChg>
        <pc:spChg chg="mod">
          <ac:chgData name="Schlosser, Andreas" userId="e6b3b650-79e4-4f68-b92e-9a41a27857f1" providerId="ADAL" clId="{A5A006BA-947B-55D2-9EDD-C231CC2218DE}" dt="2025-12-22T08:45:42.245" v="16" actId="790"/>
          <ac:spMkLst>
            <pc:docMk/>
            <pc:sldMk cId="3523874021" sldId="2147483577"/>
            <ac:spMk id="30" creationId="{E709D493-DD16-6D64-5DDE-B9D1692242FF}"/>
          </ac:spMkLst>
        </pc:spChg>
        <pc:spChg chg="mod">
          <ac:chgData name="Schlosser, Andreas" userId="e6b3b650-79e4-4f68-b92e-9a41a27857f1" providerId="ADAL" clId="{A5A006BA-947B-55D2-9EDD-C231CC2218DE}" dt="2025-12-22T08:44:28.839" v="14" actId="20577"/>
          <ac:spMkLst>
            <pc:docMk/>
            <pc:sldMk cId="3523874021" sldId="2147483577"/>
            <ac:spMk id="63" creationId="{22E2B2C2-34FC-9264-7744-E59927E91CBD}"/>
          </ac:spMkLst>
        </pc:spChg>
        <pc:spChg chg="mod">
          <ac:chgData name="Schlosser, Andreas" userId="e6b3b650-79e4-4f68-b92e-9a41a27857f1" providerId="ADAL" clId="{A5A006BA-947B-55D2-9EDD-C231CC2218DE}" dt="2025-12-22T08:45:42.245" v="16" actId="790"/>
          <ac:spMkLst>
            <pc:docMk/>
            <pc:sldMk cId="3523874021" sldId="2147483577"/>
            <ac:spMk id="85" creationId="{F763E416-E608-9071-706F-DA9939B28EBF}"/>
          </ac:spMkLst>
        </pc:spChg>
        <pc:spChg chg="mod">
          <ac:chgData name="Schlosser, Andreas" userId="e6b3b650-79e4-4f68-b92e-9a41a27857f1" providerId="ADAL" clId="{A5A006BA-947B-55D2-9EDD-C231CC2218DE}" dt="2025-12-22T08:45:42.245" v="16" actId="790"/>
          <ac:spMkLst>
            <pc:docMk/>
            <pc:sldMk cId="3523874021" sldId="2147483577"/>
            <ac:spMk id="89" creationId="{33E1D752-B9C8-F403-93EC-65225F073FEE}"/>
          </ac:spMkLst>
        </pc:spChg>
        <pc:spChg chg="mod">
          <ac:chgData name="Schlosser, Andreas" userId="e6b3b650-79e4-4f68-b92e-9a41a27857f1" providerId="ADAL" clId="{A5A006BA-947B-55D2-9EDD-C231CC2218DE}" dt="2025-12-22T08:45:54.713" v="17" actId="1076"/>
          <ac:spMkLst>
            <pc:docMk/>
            <pc:sldMk cId="3523874021" sldId="2147483577"/>
            <ac:spMk id="98" creationId="{5A1554B2-81AC-D085-03ED-EE9A526284A4}"/>
          </ac:spMkLst>
        </pc:spChg>
        <pc:spChg chg="mod">
          <ac:chgData name="Schlosser, Andreas" userId="e6b3b650-79e4-4f68-b92e-9a41a27857f1" providerId="ADAL" clId="{A5A006BA-947B-55D2-9EDD-C231CC2218DE}" dt="2025-12-22T08:47:36.719" v="112" actId="1037"/>
          <ac:spMkLst>
            <pc:docMk/>
            <pc:sldMk cId="3523874021" sldId="2147483577"/>
            <ac:spMk id="99" creationId="{0900F0EB-8461-1403-4225-E07E08CB4F0D}"/>
          </ac:spMkLst>
        </pc:spChg>
        <pc:spChg chg="mod">
          <ac:chgData name="Schlosser, Andreas" userId="e6b3b650-79e4-4f68-b92e-9a41a27857f1" providerId="ADAL" clId="{A5A006BA-947B-55D2-9EDD-C231CC2218DE}" dt="2025-12-22T08:45:42.245" v="16" actId="790"/>
          <ac:spMkLst>
            <pc:docMk/>
            <pc:sldMk cId="3523874021" sldId="2147483577"/>
            <ac:spMk id="151" creationId="{75A4F2FE-D89B-5BB6-A649-483A747DB6F6}"/>
          </ac:spMkLst>
        </pc:spChg>
        <pc:spChg chg="mod">
          <ac:chgData name="Schlosser, Andreas" userId="e6b3b650-79e4-4f68-b92e-9a41a27857f1" providerId="ADAL" clId="{A5A006BA-947B-55D2-9EDD-C231CC2218DE}" dt="2025-12-22T08:45:42.245" v="16" actId="790"/>
          <ac:spMkLst>
            <pc:docMk/>
            <pc:sldMk cId="3523874021" sldId="2147483577"/>
            <ac:spMk id="156" creationId="{F70FBAE6-1B9D-4F9B-35C1-DD18619E6BEB}"/>
          </ac:spMkLst>
        </pc:spChg>
        <pc:spChg chg="mod">
          <ac:chgData name="Schlosser, Andreas" userId="e6b3b650-79e4-4f68-b92e-9a41a27857f1" providerId="ADAL" clId="{A5A006BA-947B-55D2-9EDD-C231CC2218DE}" dt="2025-12-22T08:45:42.245" v="16" actId="790"/>
          <ac:spMkLst>
            <pc:docMk/>
            <pc:sldMk cId="3523874021" sldId="2147483577"/>
            <ac:spMk id="223" creationId="{CBE3BC9D-D535-1040-7A12-C04A6EDC6DBF}"/>
          </ac:spMkLst>
        </pc:spChg>
        <pc:spChg chg="mod">
          <ac:chgData name="Schlosser, Andreas" userId="e6b3b650-79e4-4f68-b92e-9a41a27857f1" providerId="ADAL" clId="{A5A006BA-947B-55D2-9EDD-C231CC2218DE}" dt="2025-12-22T08:45:42.245" v="16" actId="790"/>
          <ac:spMkLst>
            <pc:docMk/>
            <pc:sldMk cId="3523874021" sldId="2147483577"/>
            <ac:spMk id="229" creationId="{86A2F8A8-5D9E-DED0-AA4D-17429BD17EAE}"/>
          </ac:spMkLst>
        </pc:spChg>
        <pc:spChg chg="mod">
          <ac:chgData name="Schlosser, Andreas" userId="e6b3b650-79e4-4f68-b92e-9a41a27857f1" providerId="ADAL" clId="{A5A006BA-947B-55D2-9EDD-C231CC2218DE}" dt="2025-12-22T08:45:42.245" v="16" actId="790"/>
          <ac:spMkLst>
            <pc:docMk/>
            <pc:sldMk cId="3523874021" sldId="2147483577"/>
            <ac:spMk id="235" creationId="{F004714F-B84F-2956-9CA5-B15642629E79}"/>
          </ac:spMkLst>
        </pc:spChg>
        <pc:spChg chg="mod">
          <ac:chgData name="Schlosser, Andreas" userId="e6b3b650-79e4-4f68-b92e-9a41a27857f1" providerId="ADAL" clId="{A5A006BA-947B-55D2-9EDD-C231CC2218DE}" dt="2025-12-22T08:45:42.245" v="16" actId="790"/>
          <ac:spMkLst>
            <pc:docMk/>
            <pc:sldMk cId="3523874021" sldId="2147483577"/>
            <ac:spMk id="251" creationId="{9B69F0C9-DC1C-4EFF-2CD3-7D99D38CB885}"/>
          </ac:spMkLst>
        </pc:spChg>
        <pc:grpChg chg="mod">
          <ac:chgData name="Schlosser, Andreas" userId="e6b3b650-79e4-4f68-b92e-9a41a27857f1" providerId="ADAL" clId="{A5A006BA-947B-55D2-9EDD-C231CC2218DE}" dt="2025-12-22T08:47:36.719" v="112" actId="1037"/>
          <ac:grpSpMkLst>
            <pc:docMk/>
            <pc:sldMk cId="3523874021" sldId="2147483577"/>
            <ac:grpSpMk id="67" creationId="{1154A76F-45F1-6196-6CB9-F832AF032BB9}"/>
          </ac:grpSpMkLst>
        </pc:grpChg>
        <pc:grpChg chg="mod">
          <ac:chgData name="Schlosser, Andreas" userId="e6b3b650-79e4-4f68-b92e-9a41a27857f1" providerId="ADAL" clId="{A5A006BA-947B-55D2-9EDD-C231CC2218DE}" dt="2025-12-22T08:47:36.719" v="112" actId="1037"/>
          <ac:grpSpMkLst>
            <pc:docMk/>
            <pc:sldMk cId="3523874021" sldId="2147483577"/>
            <ac:grpSpMk id="68" creationId="{A6FE66DE-986E-434B-D6F7-59F931FBA981}"/>
          </ac:grpSpMkLst>
        </pc:grpChg>
        <pc:grpChg chg="mod">
          <ac:chgData name="Schlosser, Andreas" userId="e6b3b650-79e4-4f68-b92e-9a41a27857f1" providerId="ADAL" clId="{A5A006BA-947B-55D2-9EDD-C231CC2218DE}" dt="2025-12-22T08:47:36.719" v="112" actId="1037"/>
          <ac:grpSpMkLst>
            <pc:docMk/>
            <pc:sldMk cId="3523874021" sldId="2147483577"/>
            <ac:grpSpMk id="69" creationId="{9C8B210C-75A5-1A59-194C-B731A19F243D}"/>
          </ac:grpSpMkLst>
        </pc:grpChg>
        <pc:grpChg chg="mod">
          <ac:chgData name="Schlosser, Andreas" userId="e6b3b650-79e4-4f68-b92e-9a41a27857f1" providerId="ADAL" clId="{A5A006BA-947B-55D2-9EDD-C231CC2218DE}" dt="2025-12-22T08:47:36.719" v="112" actId="1037"/>
          <ac:grpSpMkLst>
            <pc:docMk/>
            <pc:sldMk cId="3523874021" sldId="2147483577"/>
            <ac:grpSpMk id="70" creationId="{AFDE0D0A-AAF9-05C4-50C7-E251E74F166B}"/>
          </ac:grpSpMkLst>
        </pc:grpChg>
        <pc:grpChg chg="mod">
          <ac:chgData name="Schlosser, Andreas" userId="e6b3b650-79e4-4f68-b92e-9a41a27857f1" providerId="ADAL" clId="{A5A006BA-947B-55D2-9EDD-C231CC2218DE}" dt="2025-12-22T08:47:36.719" v="112" actId="1037"/>
          <ac:grpSpMkLst>
            <pc:docMk/>
            <pc:sldMk cId="3523874021" sldId="2147483577"/>
            <ac:grpSpMk id="71" creationId="{8A460A77-7F37-B6AA-5CEA-E6A6D44CCBD6}"/>
          </ac:grpSpMkLst>
        </pc:grpChg>
        <pc:grpChg chg="mod">
          <ac:chgData name="Schlosser, Andreas" userId="e6b3b650-79e4-4f68-b92e-9a41a27857f1" providerId="ADAL" clId="{A5A006BA-947B-55D2-9EDD-C231CC2218DE}" dt="2025-12-22T08:45:54.713" v="17" actId="1076"/>
          <ac:grpSpMkLst>
            <pc:docMk/>
            <pc:sldMk cId="3523874021" sldId="2147483577"/>
            <ac:grpSpMk id="79" creationId="{73C49799-A187-CD82-AFC5-56F585447163}"/>
          </ac:grpSpMkLst>
        </pc:grpChg>
        <pc:grpChg chg="mod">
          <ac:chgData name="Schlosser, Andreas" userId="e6b3b650-79e4-4f68-b92e-9a41a27857f1" providerId="ADAL" clId="{A5A006BA-947B-55D2-9EDD-C231CC2218DE}" dt="2025-12-22T08:45:54.713" v="17" actId="1076"/>
          <ac:grpSpMkLst>
            <pc:docMk/>
            <pc:sldMk cId="3523874021" sldId="2147483577"/>
            <ac:grpSpMk id="504" creationId="{10A0361D-2C31-F1EB-D5E9-FC2625541711}"/>
          </ac:grpSpMkLst>
        </pc:grpChg>
      </pc:sldChg>
      <pc:sldChg chg="addSp delSp modSp add mod">
        <pc:chgData name="Schlosser, Andreas" userId="e6b3b650-79e4-4f68-b92e-9a41a27857f1" providerId="ADAL" clId="{A5A006BA-947B-55D2-9EDD-C231CC2218DE}" dt="2025-12-22T08:52:15.593" v="255" actId="478"/>
        <pc:sldMkLst>
          <pc:docMk/>
          <pc:sldMk cId="354917438" sldId="2147483578"/>
        </pc:sldMkLst>
        <pc:spChg chg="mod">
          <ac:chgData name="Schlosser, Andreas" userId="e6b3b650-79e4-4f68-b92e-9a41a27857f1" providerId="ADAL" clId="{A5A006BA-947B-55D2-9EDD-C231CC2218DE}" dt="2025-12-22T08:49:34.595" v="184" actId="404"/>
          <ac:spMkLst>
            <pc:docMk/>
            <pc:sldMk cId="354917438" sldId="2147483578"/>
            <ac:spMk id="3" creationId="{F50C0DC0-82EE-1D3B-9ECC-B93BDFA22296}"/>
          </ac:spMkLst>
        </pc:spChg>
        <pc:spChg chg="del mod">
          <ac:chgData name="Schlosser, Andreas" userId="e6b3b650-79e4-4f68-b92e-9a41a27857f1" providerId="ADAL" clId="{A5A006BA-947B-55D2-9EDD-C231CC2218DE}" dt="2025-12-22T08:49:17.082" v="179" actId="478"/>
          <ac:spMkLst>
            <pc:docMk/>
            <pc:sldMk cId="354917438" sldId="2147483578"/>
            <ac:spMk id="6" creationId="{56F5B2E0-9952-69CB-18A9-8605A918D07D}"/>
          </ac:spMkLst>
        </pc:spChg>
        <pc:spChg chg="mod">
          <ac:chgData name="Schlosser, Andreas" userId="e6b3b650-79e4-4f68-b92e-9a41a27857f1" providerId="ADAL" clId="{A5A006BA-947B-55D2-9EDD-C231CC2218DE}" dt="2025-12-22T08:49:24.317" v="181" actId="20577"/>
          <ac:spMkLst>
            <pc:docMk/>
            <pc:sldMk cId="354917438" sldId="2147483578"/>
            <ac:spMk id="8" creationId="{3094A46D-236F-E126-724E-04E174529481}"/>
          </ac:spMkLst>
        </pc:spChg>
        <pc:spChg chg="mod">
          <ac:chgData name="Schlosser, Andreas" userId="e6b3b650-79e4-4f68-b92e-9a41a27857f1" providerId="ADAL" clId="{A5A006BA-947B-55D2-9EDD-C231CC2218DE}" dt="2025-12-22T08:49:40.178" v="186"/>
          <ac:spMkLst>
            <pc:docMk/>
            <pc:sldMk cId="354917438" sldId="2147483578"/>
            <ac:spMk id="32" creationId="{F511F613-1618-CC98-2AED-889124A1E854}"/>
          </ac:spMkLst>
        </pc:spChg>
        <pc:spChg chg="mod">
          <ac:chgData name="Schlosser, Andreas" userId="e6b3b650-79e4-4f68-b92e-9a41a27857f1" providerId="ADAL" clId="{A5A006BA-947B-55D2-9EDD-C231CC2218DE}" dt="2025-12-22T08:49:40.178" v="186"/>
          <ac:spMkLst>
            <pc:docMk/>
            <pc:sldMk cId="354917438" sldId="2147483578"/>
            <ac:spMk id="33" creationId="{02516299-A9AE-D3B7-4D72-CDC75170ECE3}"/>
          </ac:spMkLst>
        </pc:spChg>
        <pc:spChg chg="mod">
          <ac:chgData name="Schlosser, Andreas" userId="e6b3b650-79e4-4f68-b92e-9a41a27857f1" providerId="ADAL" clId="{A5A006BA-947B-55D2-9EDD-C231CC2218DE}" dt="2025-12-22T08:49:40.178" v="186"/>
          <ac:spMkLst>
            <pc:docMk/>
            <pc:sldMk cId="354917438" sldId="2147483578"/>
            <ac:spMk id="41" creationId="{DEC88442-8685-4733-09E3-D2E664D2ACA5}"/>
          </ac:spMkLst>
        </pc:spChg>
        <pc:spChg chg="mod">
          <ac:chgData name="Schlosser, Andreas" userId="e6b3b650-79e4-4f68-b92e-9a41a27857f1" providerId="ADAL" clId="{A5A006BA-947B-55D2-9EDD-C231CC2218DE}" dt="2025-12-22T08:49:40.178" v="186"/>
          <ac:spMkLst>
            <pc:docMk/>
            <pc:sldMk cId="354917438" sldId="2147483578"/>
            <ac:spMk id="50" creationId="{9DEA6B2E-C89F-F401-D96E-CBA4934B4230}"/>
          </ac:spMkLst>
        </pc:spChg>
        <pc:spChg chg="mod">
          <ac:chgData name="Schlosser, Andreas" userId="e6b3b650-79e4-4f68-b92e-9a41a27857f1" providerId="ADAL" clId="{A5A006BA-947B-55D2-9EDD-C231CC2218DE}" dt="2025-12-22T08:49:40.178" v="186"/>
          <ac:spMkLst>
            <pc:docMk/>
            <pc:sldMk cId="354917438" sldId="2147483578"/>
            <ac:spMk id="53" creationId="{40843971-5823-41FA-723D-BBFBE06AC4B4}"/>
          </ac:spMkLst>
        </pc:spChg>
        <pc:spChg chg="mod">
          <ac:chgData name="Schlosser, Andreas" userId="e6b3b650-79e4-4f68-b92e-9a41a27857f1" providerId="ADAL" clId="{A5A006BA-947B-55D2-9EDD-C231CC2218DE}" dt="2025-12-22T08:49:34.595" v="184" actId="404"/>
          <ac:spMkLst>
            <pc:docMk/>
            <pc:sldMk cId="354917438" sldId="2147483578"/>
            <ac:spMk id="56" creationId="{67BD01EF-7D6B-854F-7DF5-23F71E362B6D}"/>
          </ac:spMkLst>
        </pc:spChg>
        <pc:spChg chg="mod">
          <ac:chgData name="Schlosser, Andreas" userId="e6b3b650-79e4-4f68-b92e-9a41a27857f1" providerId="ADAL" clId="{A5A006BA-947B-55D2-9EDD-C231CC2218DE}" dt="2025-12-22T08:48:39.129" v="168" actId="20577"/>
          <ac:spMkLst>
            <pc:docMk/>
            <pc:sldMk cId="354917438" sldId="2147483578"/>
            <ac:spMk id="63" creationId="{6B33EB7B-F49F-889B-08CA-F0184C40613C}"/>
          </ac:spMkLst>
        </pc:spChg>
        <pc:spChg chg="mod">
          <ac:chgData name="Schlosser, Andreas" userId="e6b3b650-79e4-4f68-b92e-9a41a27857f1" providerId="ADAL" clId="{A5A006BA-947B-55D2-9EDD-C231CC2218DE}" dt="2025-12-22T08:49:34.595" v="184" actId="404"/>
          <ac:spMkLst>
            <pc:docMk/>
            <pc:sldMk cId="354917438" sldId="2147483578"/>
            <ac:spMk id="93" creationId="{09A165A7-DA04-F63B-AFD9-138FAEC0F472}"/>
          </ac:spMkLst>
        </pc:spChg>
        <pc:spChg chg="mod">
          <ac:chgData name="Schlosser, Andreas" userId="e6b3b650-79e4-4f68-b92e-9a41a27857f1" providerId="ADAL" clId="{A5A006BA-947B-55D2-9EDD-C231CC2218DE}" dt="2025-12-22T08:49:34.595" v="184" actId="404"/>
          <ac:spMkLst>
            <pc:docMk/>
            <pc:sldMk cId="354917438" sldId="2147483578"/>
            <ac:spMk id="97" creationId="{1D867CBC-04E4-98D7-F472-07B902CA5293}"/>
          </ac:spMkLst>
        </pc:spChg>
        <pc:spChg chg="mod">
          <ac:chgData name="Schlosser, Andreas" userId="e6b3b650-79e4-4f68-b92e-9a41a27857f1" providerId="ADAL" clId="{A5A006BA-947B-55D2-9EDD-C231CC2218DE}" dt="2025-12-22T08:48:53.652" v="169" actId="164"/>
          <ac:spMkLst>
            <pc:docMk/>
            <pc:sldMk cId="354917438" sldId="2147483578"/>
            <ac:spMk id="98" creationId="{625D2946-CB0A-770E-B4DF-01C22107E23A}"/>
          </ac:spMkLst>
        </pc:spChg>
        <pc:spChg chg="mod">
          <ac:chgData name="Schlosser, Andreas" userId="e6b3b650-79e4-4f68-b92e-9a41a27857f1" providerId="ADAL" clId="{A5A006BA-947B-55D2-9EDD-C231CC2218DE}" dt="2025-12-22T08:48:53.652" v="169" actId="164"/>
          <ac:spMkLst>
            <pc:docMk/>
            <pc:sldMk cId="354917438" sldId="2147483578"/>
            <ac:spMk id="99" creationId="{680BC6D4-2C4B-5B17-771C-D402F21E4D93}"/>
          </ac:spMkLst>
        </pc:spChg>
        <pc:spChg chg="mod">
          <ac:chgData name="Schlosser, Andreas" userId="e6b3b650-79e4-4f68-b92e-9a41a27857f1" providerId="ADAL" clId="{A5A006BA-947B-55D2-9EDD-C231CC2218DE}" dt="2025-12-22T08:49:40.367" v="187"/>
          <ac:spMkLst>
            <pc:docMk/>
            <pc:sldMk cId="354917438" sldId="2147483578"/>
            <ac:spMk id="100" creationId="{FA7029B0-D420-06C3-FB4B-C7E0F2F3E036}"/>
          </ac:spMkLst>
        </pc:spChg>
        <pc:spChg chg="mod">
          <ac:chgData name="Schlosser, Andreas" userId="e6b3b650-79e4-4f68-b92e-9a41a27857f1" providerId="ADAL" clId="{A5A006BA-947B-55D2-9EDD-C231CC2218DE}" dt="2025-12-22T08:49:40.367" v="187"/>
          <ac:spMkLst>
            <pc:docMk/>
            <pc:sldMk cId="354917438" sldId="2147483578"/>
            <ac:spMk id="114" creationId="{021CB760-9BD9-B401-61B6-E6078487B499}"/>
          </ac:spMkLst>
        </pc:spChg>
        <pc:spChg chg="mod">
          <ac:chgData name="Schlosser, Andreas" userId="e6b3b650-79e4-4f68-b92e-9a41a27857f1" providerId="ADAL" clId="{A5A006BA-947B-55D2-9EDD-C231CC2218DE}" dt="2025-12-22T08:49:40.367" v="187"/>
          <ac:spMkLst>
            <pc:docMk/>
            <pc:sldMk cId="354917438" sldId="2147483578"/>
            <ac:spMk id="120" creationId="{A08270CA-0F7D-22D1-A5BF-688A18800C60}"/>
          </ac:spMkLst>
        </pc:spChg>
        <pc:spChg chg="mod">
          <ac:chgData name="Schlosser, Andreas" userId="e6b3b650-79e4-4f68-b92e-9a41a27857f1" providerId="ADAL" clId="{A5A006BA-947B-55D2-9EDD-C231CC2218DE}" dt="2025-12-22T08:49:40.367" v="187"/>
          <ac:spMkLst>
            <pc:docMk/>
            <pc:sldMk cId="354917438" sldId="2147483578"/>
            <ac:spMk id="123" creationId="{FCEE685C-6CA4-895B-C9AF-B905B5A6C780}"/>
          </ac:spMkLst>
        </pc:spChg>
        <pc:spChg chg="mod">
          <ac:chgData name="Schlosser, Andreas" userId="e6b3b650-79e4-4f68-b92e-9a41a27857f1" providerId="ADAL" clId="{A5A006BA-947B-55D2-9EDD-C231CC2218DE}" dt="2025-12-22T08:49:40.367" v="187"/>
          <ac:spMkLst>
            <pc:docMk/>
            <pc:sldMk cId="354917438" sldId="2147483578"/>
            <ac:spMk id="125" creationId="{433BC278-AAA8-584C-FCAF-C1EF1925E2F5}"/>
          </ac:spMkLst>
        </pc:spChg>
        <pc:spChg chg="mod">
          <ac:chgData name="Schlosser, Andreas" userId="e6b3b650-79e4-4f68-b92e-9a41a27857f1" providerId="ADAL" clId="{A5A006BA-947B-55D2-9EDD-C231CC2218DE}" dt="2025-12-22T08:49:40.367" v="187"/>
          <ac:spMkLst>
            <pc:docMk/>
            <pc:sldMk cId="354917438" sldId="2147483578"/>
            <ac:spMk id="139" creationId="{CD50AA54-1B89-514F-7D20-C92113F8DA15}"/>
          </ac:spMkLst>
        </pc:spChg>
        <pc:spChg chg="mod">
          <ac:chgData name="Schlosser, Andreas" userId="e6b3b650-79e4-4f68-b92e-9a41a27857f1" providerId="ADAL" clId="{A5A006BA-947B-55D2-9EDD-C231CC2218DE}" dt="2025-12-22T08:49:40.367" v="187"/>
          <ac:spMkLst>
            <pc:docMk/>
            <pc:sldMk cId="354917438" sldId="2147483578"/>
            <ac:spMk id="140" creationId="{20B3FBCE-9FB2-3933-7CC3-8E4C06170345}"/>
          </ac:spMkLst>
        </pc:spChg>
        <pc:spChg chg="mod">
          <ac:chgData name="Schlosser, Andreas" userId="e6b3b650-79e4-4f68-b92e-9a41a27857f1" providerId="ADAL" clId="{A5A006BA-947B-55D2-9EDD-C231CC2218DE}" dt="2025-12-22T08:49:34.595" v="184" actId="404"/>
          <ac:spMkLst>
            <pc:docMk/>
            <pc:sldMk cId="354917438" sldId="2147483578"/>
            <ac:spMk id="143" creationId="{588EFDBC-1258-A010-2E64-FC7421C3FECD}"/>
          </ac:spMkLst>
        </pc:spChg>
        <pc:spChg chg="mod">
          <ac:chgData name="Schlosser, Andreas" userId="e6b3b650-79e4-4f68-b92e-9a41a27857f1" providerId="ADAL" clId="{A5A006BA-947B-55D2-9EDD-C231CC2218DE}" dt="2025-12-22T08:49:34.595" v="184" actId="404"/>
          <ac:spMkLst>
            <pc:docMk/>
            <pc:sldMk cId="354917438" sldId="2147483578"/>
            <ac:spMk id="149" creationId="{55925AD3-00B5-EFA6-7136-259C25DDBE8F}"/>
          </ac:spMkLst>
        </pc:spChg>
        <pc:spChg chg="mod">
          <ac:chgData name="Schlosser, Andreas" userId="e6b3b650-79e4-4f68-b92e-9a41a27857f1" providerId="ADAL" clId="{A5A006BA-947B-55D2-9EDD-C231CC2218DE}" dt="2025-12-22T08:49:34.595" v="184" actId="404"/>
          <ac:spMkLst>
            <pc:docMk/>
            <pc:sldMk cId="354917438" sldId="2147483578"/>
            <ac:spMk id="152" creationId="{9EE5E7D0-DADD-35EF-720E-DB7C7FB1A23A}"/>
          </ac:spMkLst>
        </pc:spChg>
        <pc:spChg chg="mod">
          <ac:chgData name="Schlosser, Andreas" userId="e6b3b650-79e4-4f68-b92e-9a41a27857f1" providerId="ADAL" clId="{A5A006BA-947B-55D2-9EDD-C231CC2218DE}" dt="2025-12-22T08:49:34.595" v="184" actId="404"/>
          <ac:spMkLst>
            <pc:docMk/>
            <pc:sldMk cId="354917438" sldId="2147483578"/>
            <ac:spMk id="163" creationId="{212CFB11-B49F-1EB5-8D2F-73681B0E1D36}"/>
          </ac:spMkLst>
        </pc:spChg>
        <pc:spChg chg="mod">
          <ac:chgData name="Schlosser, Andreas" userId="e6b3b650-79e4-4f68-b92e-9a41a27857f1" providerId="ADAL" clId="{A5A006BA-947B-55D2-9EDD-C231CC2218DE}" dt="2025-12-22T08:49:40.367" v="187"/>
          <ac:spMkLst>
            <pc:docMk/>
            <pc:sldMk cId="354917438" sldId="2147483578"/>
            <ac:spMk id="168" creationId="{FD26E2BF-2DC8-7A1A-FE2D-25479D2FDA62}"/>
          </ac:spMkLst>
        </pc:spChg>
        <pc:spChg chg="mod">
          <ac:chgData name="Schlosser, Andreas" userId="e6b3b650-79e4-4f68-b92e-9a41a27857f1" providerId="ADAL" clId="{A5A006BA-947B-55D2-9EDD-C231CC2218DE}" dt="2025-12-22T08:49:40.367" v="187"/>
          <ac:spMkLst>
            <pc:docMk/>
            <pc:sldMk cId="354917438" sldId="2147483578"/>
            <ac:spMk id="171" creationId="{F62A2B33-AA46-6FA7-3EE4-7D81B2AC49C7}"/>
          </ac:spMkLst>
        </pc:spChg>
        <pc:spChg chg="mod">
          <ac:chgData name="Schlosser, Andreas" userId="e6b3b650-79e4-4f68-b92e-9a41a27857f1" providerId="ADAL" clId="{A5A006BA-947B-55D2-9EDD-C231CC2218DE}" dt="2025-12-22T08:49:40.367" v="187"/>
          <ac:spMkLst>
            <pc:docMk/>
            <pc:sldMk cId="354917438" sldId="2147483578"/>
            <ac:spMk id="195" creationId="{26D8971E-8AB8-1EEB-E936-D8A920CC5F08}"/>
          </ac:spMkLst>
        </pc:spChg>
        <pc:spChg chg="add mod">
          <ac:chgData name="Schlosser, Andreas" userId="e6b3b650-79e4-4f68-b92e-9a41a27857f1" providerId="ADAL" clId="{A5A006BA-947B-55D2-9EDD-C231CC2218DE}" dt="2025-12-22T08:51:43.279" v="239" actId="1076"/>
          <ac:spMkLst>
            <pc:docMk/>
            <pc:sldMk cId="354917438" sldId="2147483578"/>
            <ac:spMk id="200" creationId="{DD9ABA68-FF41-0EB3-C622-47DA9C27593E}"/>
          </ac:spMkLst>
        </pc:spChg>
        <pc:spChg chg="add del">
          <ac:chgData name="Schlosser, Andreas" userId="e6b3b650-79e4-4f68-b92e-9a41a27857f1" providerId="ADAL" clId="{A5A006BA-947B-55D2-9EDD-C231CC2218DE}" dt="2025-12-22T08:50:38.207" v="220" actId="11529"/>
          <ac:spMkLst>
            <pc:docMk/>
            <pc:sldMk cId="354917438" sldId="2147483578"/>
            <ac:spMk id="201" creationId="{936E5C8D-C810-9D3E-80A7-DAAC2653AF8A}"/>
          </ac:spMkLst>
        </pc:spChg>
        <pc:spChg chg="add del">
          <ac:chgData name="Schlosser, Andreas" userId="e6b3b650-79e4-4f68-b92e-9a41a27857f1" providerId="ADAL" clId="{A5A006BA-947B-55D2-9EDD-C231CC2218DE}" dt="2025-12-22T08:51:04.914" v="223" actId="478"/>
          <ac:spMkLst>
            <pc:docMk/>
            <pc:sldMk cId="354917438" sldId="2147483578"/>
            <ac:spMk id="202" creationId="{8C24AD01-E939-BC24-2C35-96FD0412644E}"/>
          </ac:spMkLst>
        </pc:spChg>
        <pc:spChg chg="add del">
          <ac:chgData name="Schlosser, Andreas" userId="e6b3b650-79e4-4f68-b92e-9a41a27857f1" providerId="ADAL" clId="{A5A006BA-947B-55D2-9EDD-C231CC2218DE}" dt="2025-12-22T08:52:15.593" v="255" actId="478"/>
          <ac:spMkLst>
            <pc:docMk/>
            <pc:sldMk cId="354917438" sldId="2147483578"/>
            <ac:spMk id="203" creationId="{19A5FD8D-161A-0BEB-98B1-89BF3777F34F}"/>
          </ac:spMkLst>
        </pc:spChg>
        <pc:spChg chg="add del mod">
          <ac:chgData name="Schlosser, Andreas" userId="e6b3b650-79e4-4f68-b92e-9a41a27857f1" providerId="ADAL" clId="{A5A006BA-947B-55D2-9EDD-C231CC2218DE}" dt="2025-12-22T08:52:15.593" v="255" actId="478"/>
          <ac:spMkLst>
            <pc:docMk/>
            <pc:sldMk cId="354917438" sldId="2147483578"/>
            <ac:spMk id="204" creationId="{379F8DAE-8991-DDF1-C568-4BA83BA08F42}"/>
          </ac:spMkLst>
        </pc:spChg>
        <pc:spChg chg="add mod">
          <ac:chgData name="Schlosser, Andreas" userId="e6b3b650-79e4-4f68-b92e-9a41a27857f1" providerId="ADAL" clId="{A5A006BA-947B-55D2-9EDD-C231CC2218DE}" dt="2025-12-22T08:51:37.796" v="238" actId="14100"/>
          <ac:spMkLst>
            <pc:docMk/>
            <pc:sldMk cId="354917438" sldId="2147483578"/>
            <ac:spMk id="205" creationId="{CA35B166-49EE-9542-5D62-0C9E10993F53}"/>
          </ac:spMkLst>
        </pc:spChg>
        <pc:spChg chg="add mod">
          <ac:chgData name="Schlosser, Andreas" userId="e6b3b650-79e4-4f68-b92e-9a41a27857f1" providerId="ADAL" clId="{A5A006BA-947B-55D2-9EDD-C231CC2218DE}" dt="2025-12-22T08:51:29.670" v="236" actId="1076"/>
          <ac:spMkLst>
            <pc:docMk/>
            <pc:sldMk cId="354917438" sldId="2147483578"/>
            <ac:spMk id="206" creationId="{80DFF0CA-6EEA-2C98-D431-C10F24349211}"/>
          </ac:spMkLst>
        </pc:spChg>
        <pc:spChg chg="add mod">
          <ac:chgData name="Schlosser, Andreas" userId="e6b3b650-79e4-4f68-b92e-9a41a27857f1" providerId="ADAL" clId="{A5A006BA-947B-55D2-9EDD-C231CC2218DE}" dt="2025-12-22T08:51:23.045" v="233" actId="1076"/>
          <ac:spMkLst>
            <pc:docMk/>
            <pc:sldMk cId="354917438" sldId="2147483578"/>
            <ac:spMk id="207" creationId="{CE45158E-5EFF-3DC5-D6F0-D8E14F09C587}"/>
          </ac:spMkLst>
        </pc:spChg>
        <pc:spChg chg="add mod">
          <ac:chgData name="Schlosser, Andreas" userId="e6b3b650-79e4-4f68-b92e-9a41a27857f1" providerId="ADAL" clId="{A5A006BA-947B-55D2-9EDD-C231CC2218DE}" dt="2025-12-22T08:52:12.260" v="254" actId="1038"/>
          <ac:spMkLst>
            <pc:docMk/>
            <pc:sldMk cId="354917438" sldId="2147483578"/>
            <ac:spMk id="208" creationId="{0D8AE716-5BB9-499E-5BCC-AF510D8039C7}"/>
          </ac:spMkLst>
        </pc:spChg>
        <pc:spChg chg="add mod">
          <ac:chgData name="Schlosser, Andreas" userId="e6b3b650-79e4-4f68-b92e-9a41a27857f1" providerId="ADAL" clId="{A5A006BA-947B-55D2-9EDD-C231CC2218DE}" dt="2025-12-22T08:52:02.361" v="246" actId="1076"/>
          <ac:spMkLst>
            <pc:docMk/>
            <pc:sldMk cId="354917438" sldId="2147483578"/>
            <ac:spMk id="209" creationId="{B5BDE465-8522-9CC4-407B-37C3ED810FA2}"/>
          </ac:spMkLst>
        </pc:spChg>
        <pc:spChg chg="add mod">
          <ac:chgData name="Schlosser, Andreas" userId="e6b3b650-79e4-4f68-b92e-9a41a27857f1" providerId="ADAL" clId="{A5A006BA-947B-55D2-9EDD-C231CC2218DE}" dt="2025-12-22T08:51:51.920" v="243" actId="1076"/>
          <ac:spMkLst>
            <pc:docMk/>
            <pc:sldMk cId="354917438" sldId="2147483578"/>
            <ac:spMk id="210" creationId="{F0A82F2D-6129-B195-EC71-FC9780CC047B}"/>
          </ac:spMkLst>
        </pc:spChg>
        <pc:spChg chg="mod">
          <ac:chgData name="Schlosser, Andreas" userId="e6b3b650-79e4-4f68-b92e-9a41a27857f1" providerId="ADAL" clId="{A5A006BA-947B-55D2-9EDD-C231CC2218DE}" dt="2025-12-22T08:49:34.595" v="184" actId="404"/>
          <ac:spMkLst>
            <pc:docMk/>
            <pc:sldMk cId="354917438" sldId="2147483578"/>
            <ac:spMk id="227" creationId="{CD3A3D31-FC53-295C-FE67-CFE57838792E}"/>
          </ac:spMkLst>
        </pc:spChg>
        <pc:spChg chg="mod">
          <ac:chgData name="Schlosser, Andreas" userId="e6b3b650-79e4-4f68-b92e-9a41a27857f1" providerId="ADAL" clId="{A5A006BA-947B-55D2-9EDD-C231CC2218DE}" dt="2025-12-22T08:49:40.178" v="186"/>
          <ac:spMkLst>
            <pc:docMk/>
            <pc:sldMk cId="354917438" sldId="2147483578"/>
            <ac:spMk id="448" creationId="{CEFE20CF-06AF-0A5B-4CC9-9B0A570151A5}"/>
          </ac:spMkLst>
        </pc:spChg>
        <pc:spChg chg="mod">
          <ac:chgData name="Schlosser, Andreas" userId="e6b3b650-79e4-4f68-b92e-9a41a27857f1" providerId="ADAL" clId="{A5A006BA-947B-55D2-9EDD-C231CC2218DE}" dt="2025-12-22T08:49:40.178" v="186"/>
          <ac:spMkLst>
            <pc:docMk/>
            <pc:sldMk cId="354917438" sldId="2147483578"/>
            <ac:spMk id="457" creationId="{118C7618-8D49-6677-E987-767D308A2B02}"/>
          </ac:spMkLst>
        </pc:spChg>
        <pc:spChg chg="mod">
          <ac:chgData name="Schlosser, Andreas" userId="e6b3b650-79e4-4f68-b92e-9a41a27857f1" providerId="ADAL" clId="{A5A006BA-947B-55D2-9EDD-C231CC2218DE}" dt="2025-12-22T08:49:40.178" v="186"/>
          <ac:spMkLst>
            <pc:docMk/>
            <pc:sldMk cId="354917438" sldId="2147483578"/>
            <ac:spMk id="479" creationId="{2F3179C6-EE43-7498-3ECA-7F8ADEB6749B}"/>
          </ac:spMkLst>
        </pc:spChg>
        <pc:spChg chg="mod">
          <ac:chgData name="Schlosser, Andreas" userId="e6b3b650-79e4-4f68-b92e-9a41a27857f1" providerId="ADAL" clId="{A5A006BA-947B-55D2-9EDD-C231CC2218DE}" dt="2025-12-22T08:49:34.595" v="184" actId="404"/>
          <ac:spMkLst>
            <pc:docMk/>
            <pc:sldMk cId="354917438" sldId="2147483578"/>
            <ac:spMk id="491" creationId="{3A121703-7D23-0EF7-219F-0896786B4146}"/>
          </ac:spMkLst>
        </pc:spChg>
        <pc:spChg chg="mod">
          <ac:chgData name="Schlosser, Andreas" userId="e6b3b650-79e4-4f68-b92e-9a41a27857f1" providerId="ADAL" clId="{A5A006BA-947B-55D2-9EDD-C231CC2218DE}" dt="2025-12-22T08:49:40.178" v="186"/>
          <ac:spMkLst>
            <pc:docMk/>
            <pc:sldMk cId="354917438" sldId="2147483578"/>
            <ac:spMk id="499" creationId="{5586B380-EA83-3CC1-B287-E9E119DEAED2}"/>
          </ac:spMkLst>
        </pc:spChg>
        <pc:spChg chg="mod">
          <ac:chgData name="Schlosser, Andreas" userId="e6b3b650-79e4-4f68-b92e-9a41a27857f1" providerId="ADAL" clId="{A5A006BA-947B-55D2-9EDD-C231CC2218DE}" dt="2025-12-22T08:49:40.178" v="186"/>
          <ac:spMkLst>
            <pc:docMk/>
            <pc:sldMk cId="354917438" sldId="2147483578"/>
            <ac:spMk id="502" creationId="{638FC238-8671-1792-AF92-23AB82DFADE1}"/>
          </ac:spMkLst>
        </pc:spChg>
        <pc:grpChg chg="add mod">
          <ac:chgData name="Schlosser, Andreas" userId="e6b3b650-79e4-4f68-b92e-9a41a27857f1" providerId="ADAL" clId="{A5A006BA-947B-55D2-9EDD-C231CC2218DE}" dt="2025-12-22T08:49:54.677" v="190" actId="1076"/>
          <ac:grpSpMkLst>
            <pc:docMk/>
            <pc:sldMk cId="354917438" sldId="2147483578"/>
            <ac:grpSpMk id="5" creationId="{173DBD6E-3628-C264-DD16-8F52D410D25C}"/>
          </ac:grpSpMkLst>
        </pc:grpChg>
        <pc:grpChg chg="mod">
          <ac:chgData name="Schlosser, Andreas" userId="e6b3b650-79e4-4f68-b92e-9a41a27857f1" providerId="ADAL" clId="{A5A006BA-947B-55D2-9EDD-C231CC2218DE}" dt="2025-12-22T08:50:00.954" v="192" actId="1076"/>
          <ac:grpSpMkLst>
            <pc:docMk/>
            <pc:sldMk cId="354917438" sldId="2147483578"/>
            <ac:grpSpMk id="10" creationId="{998B6953-EFA0-6787-34B5-572AA385E712}"/>
          </ac:grpSpMkLst>
        </pc:grpChg>
        <pc:grpChg chg="mod">
          <ac:chgData name="Schlosser, Andreas" userId="e6b3b650-79e4-4f68-b92e-9a41a27857f1" providerId="ADAL" clId="{A5A006BA-947B-55D2-9EDD-C231CC2218DE}" dt="2025-12-22T08:48:53.652" v="169" actId="164"/>
          <ac:grpSpMkLst>
            <pc:docMk/>
            <pc:sldMk cId="354917438" sldId="2147483578"/>
            <ac:grpSpMk id="67" creationId="{684FBAE1-62BF-CBEF-AC2E-A195C02E5439}"/>
          </ac:grpSpMkLst>
        </pc:grpChg>
        <pc:grpChg chg="mod">
          <ac:chgData name="Schlosser, Andreas" userId="e6b3b650-79e4-4f68-b92e-9a41a27857f1" providerId="ADAL" clId="{A5A006BA-947B-55D2-9EDD-C231CC2218DE}" dt="2025-12-22T08:48:53.652" v="169" actId="164"/>
          <ac:grpSpMkLst>
            <pc:docMk/>
            <pc:sldMk cId="354917438" sldId="2147483578"/>
            <ac:grpSpMk id="68" creationId="{EF7B2A2E-D5A1-0118-3950-F190E201E6E6}"/>
          </ac:grpSpMkLst>
        </pc:grpChg>
        <pc:grpChg chg="mod">
          <ac:chgData name="Schlosser, Andreas" userId="e6b3b650-79e4-4f68-b92e-9a41a27857f1" providerId="ADAL" clId="{A5A006BA-947B-55D2-9EDD-C231CC2218DE}" dt="2025-12-22T08:48:53.652" v="169" actId="164"/>
          <ac:grpSpMkLst>
            <pc:docMk/>
            <pc:sldMk cId="354917438" sldId="2147483578"/>
            <ac:grpSpMk id="70" creationId="{9AC532D1-9071-F785-0BBA-21A60F8F00DF}"/>
          </ac:grpSpMkLst>
        </pc:grpChg>
        <pc:grpChg chg="mod">
          <ac:chgData name="Schlosser, Andreas" userId="e6b3b650-79e4-4f68-b92e-9a41a27857f1" providerId="ADAL" clId="{A5A006BA-947B-55D2-9EDD-C231CC2218DE}" dt="2025-12-22T08:48:53.652" v="169" actId="164"/>
          <ac:grpSpMkLst>
            <pc:docMk/>
            <pc:sldMk cId="354917438" sldId="2147483578"/>
            <ac:grpSpMk id="71" creationId="{B2ABBE5F-FFBB-0F9F-7104-A4F945C09036}"/>
          </ac:grpSpMkLst>
        </pc:grpChg>
        <pc:grpChg chg="mod">
          <ac:chgData name="Schlosser, Andreas" userId="e6b3b650-79e4-4f68-b92e-9a41a27857f1" providerId="ADAL" clId="{A5A006BA-947B-55D2-9EDD-C231CC2218DE}" dt="2025-12-22T08:48:53.652" v="169" actId="164"/>
          <ac:grpSpMkLst>
            <pc:docMk/>
            <pc:sldMk cId="354917438" sldId="2147483578"/>
            <ac:grpSpMk id="79" creationId="{478EC93A-AA85-ED8E-0472-C307379A3663}"/>
          </ac:grpSpMkLst>
        </pc:grpChg>
        <pc:grpChg chg="mod">
          <ac:chgData name="Schlosser, Andreas" userId="e6b3b650-79e4-4f68-b92e-9a41a27857f1" providerId="ADAL" clId="{A5A006BA-947B-55D2-9EDD-C231CC2218DE}" dt="2025-12-22T08:52:04.303" v="247" actId="1076"/>
          <ac:grpSpMkLst>
            <pc:docMk/>
            <pc:sldMk cId="354917438" sldId="2147483578"/>
            <ac:grpSpMk id="509" creationId="{FA9EBD35-C370-51C3-6453-9803DED6F7DD}"/>
          </ac:grpSpMkLst>
        </pc:grpChg>
      </pc:sldChg>
      <pc:sldChg chg="del">
        <pc:chgData name="Schlosser, Andreas" userId="e6b3b650-79e4-4f68-b92e-9a41a27857f1" providerId="ADAL" clId="{A5A006BA-947B-55D2-9EDD-C231CC2218DE}" dt="2025-12-22T08:44:21.401" v="5" actId="2696"/>
        <pc:sldMkLst>
          <pc:docMk/>
          <pc:sldMk cId="4128994913" sldId="2147483581"/>
        </pc:sldMkLst>
      </pc:sldChg>
      <pc:sldChg chg="del">
        <pc:chgData name="Schlosser, Andreas" userId="e6b3b650-79e4-4f68-b92e-9a41a27857f1" providerId="ADAL" clId="{A5A006BA-947B-55D2-9EDD-C231CC2218DE}" dt="2025-12-22T08:44:21.390" v="4" actId="2696"/>
        <pc:sldMkLst>
          <pc:docMk/>
          <pc:sldMk cId="154452928" sldId="2147483582"/>
        </pc:sldMkLst>
      </pc:sldChg>
      <pc:sldChg chg="del">
        <pc:chgData name="Schlosser, Andreas" userId="e6b3b650-79e4-4f68-b92e-9a41a27857f1" providerId="ADAL" clId="{A5A006BA-947B-55D2-9EDD-C231CC2218DE}" dt="2025-12-22T08:44:21.440" v="8" actId="2696"/>
        <pc:sldMkLst>
          <pc:docMk/>
          <pc:sldMk cId="752282652" sldId="2147483583"/>
        </pc:sldMkLst>
      </pc:sldChg>
      <pc:sldChg chg="del">
        <pc:chgData name="Schlosser, Andreas" userId="e6b3b650-79e4-4f68-b92e-9a41a27857f1" providerId="ADAL" clId="{A5A006BA-947B-55D2-9EDD-C231CC2218DE}" dt="2025-12-22T08:44:21.414" v="7" actId="2696"/>
        <pc:sldMkLst>
          <pc:docMk/>
          <pc:sldMk cId="2548442011" sldId="2147483584"/>
        </pc:sldMkLst>
      </pc:sldChg>
      <pc:sldChg chg="del">
        <pc:chgData name="Schlosser, Andreas" userId="e6b3b650-79e4-4f68-b92e-9a41a27857f1" providerId="ADAL" clId="{A5A006BA-947B-55D2-9EDD-C231CC2218DE}" dt="2025-12-22T08:44:21.377" v="2" actId="2696"/>
        <pc:sldMkLst>
          <pc:docMk/>
          <pc:sldMk cId="214579878" sldId="2147483585"/>
        </pc:sldMkLst>
      </pc:sldChg>
      <pc:sldChg chg="del">
        <pc:chgData name="Schlosser, Andreas" userId="e6b3b650-79e4-4f68-b92e-9a41a27857f1" providerId="ADAL" clId="{A5A006BA-947B-55D2-9EDD-C231CC2218DE}" dt="2025-12-22T08:44:10.209" v="1" actId="2696"/>
        <pc:sldMkLst>
          <pc:docMk/>
          <pc:sldMk cId="3258035598" sldId="2147483586"/>
        </pc:sldMkLst>
      </pc:sldChg>
      <pc:sldChg chg="del">
        <pc:chgData name="Schlosser, Andreas" userId="e6b3b650-79e4-4f68-b92e-9a41a27857f1" providerId="ADAL" clId="{A5A006BA-947B-55D2-9EDD-C231CC2218DE}" dt="2025-12-22T08:44:21.404" v="6" actId="2696"/>
        <pc:sldMkLst>
          <pc:docMk/>
          <pc:sldMk cId="2224353011" sldId="2147483587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194310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algn="ctr"/>
            <a:fld id="{47855BD9-AF71-426C-9B9B-B0E52B88852E}" type="slidenum">
              <a:rPr lang="de-DE" sz="1000" smtClean="0">
                <a:latin typeface="Arial" panose="020B0604020202020204" pitchFamily="34" charset="0"/>
              </a:rPr>
              <a:pPr algn="ctr"/>
              <a:t>‹#›</a:t>
            </a:fld>
            <a:endParaRPr lang="de-DE" sz="10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99324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547688" y="612775"/>
            <a:ext cx="5762625" cy="32416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49000" y="4120162"/>
            <a:ext cx="5760000" cy="456356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57512" y="8935722"/>
            <a:ext cx="942976" cy="20535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800" b="0" i="0">
                <a:latin typeface="Arial" panose="020B0604020202020204" pitchFamily="34" charset="0"/>
              </a:defRPr>
            </a:lvl1pPr>
          </a:lstStyle>
          <a:p>
            <a:fld id="{7D8C2C35-2B8A-446E-BEC0-FD36716C29AC}" type="slidenum">
              <a:rPr lang="en-DE" smtClean="0"/>
              <a:pPr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8473854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088776" rtl="0" eaLnBrk="1" latinLnBrk="0" hangingPunct="1">
      <a:defRPr sz="14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180000" indent="-180000" algn="l" defTabSz="1088776" rtl="0" eaLnBrk="1" latinLnBrk="0" hangingPunct="1">
      <a:buClr>
        <a:schemeClr val="accent1"/>
      </a:buClr>
      <a:buSzPct val="100000"/>
      <a:buFont typeface="Wingdings" pitchFamily="2" charset="2"/>
      <a:buChar char=""/>
      <a:defRPr sz="14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360000" indent="-180000" algn="l" defTabSz="1088776" rtl="0" eaLnBrk="1" latinLnBrk="0" hangingPunct="1">
      <a:buClr>
        <a:schemeClr val="accent2"/>
      </a:buClr>
      <a:buSzPct val="80000"/>
      <a:buFont typeface="Symbol" pitchFamily="18" charset="2"/>
      <a:buChar char="-"/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674815" indent="-158780" algn="l" defTabSz="1088776" rtl="0" eaLnBrk="1" latinLnBrk="0" hangingPunct="1">
      <a:buClr>
        <a:schemeClr val="accent2"/>
      </a:buClr>
      <a:buFont typeface="Arial" pitchFamily="34" charset="0"/>
      <a:buChar char="–"/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2177552" algn="l" defTabSz="108877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2721940" algn="l" defTabSz="108877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3266328" algn="l" defTabSz="108877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3810716" algn="l" defTabSz="108877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4355104" algn="l" defTabSz="108877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25BB80-F4A1-E944-81AC-180DA717982C}" type="slidenum">
              <a:rPr lang="en-DE" smtClean="0"/>
              <a:t>1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3307733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EE0AE0-DCF5-E0C0-0257-FCD004ABDB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4578EF-0321-7B99-90E5-958269C17B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2D25F4-ACB6-20C0-0458-9D49D3C98B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9E81C-9804-6831-C570-58B01DDC2D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25BB80-F4A1-E944-81AC-180DA717982C}" type="slidenum">
              <a:rPr lang="en-DE" smtClean="0"/>
              <a:t>2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8308918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"/>
          <p:cNvSpPr>
            <a:spLocks noGrp="1"/>
          </p:cNvSpPr>
          <p:nvPr>
            <p:ph idx="1" hasCustomPrompt="1"/>
          </p:nvPr>
        </p:nvSpPr>
        <p:spPr bwMode="gray">
          <a:xfrm>
            <a:off x="504000" y="1548000"/>
            <a:ext cx="11185200" cy="4778662"/>
          </a:xfrm>
          <a:noFill/>
        </p:spPr>
        <p:txBody>
          <a:bodyPr tIns="1368000"/>
          <a:lstStyle>
            <a:lvl1pPr algn="ctr">
              <a:defRPr sz="1400" b="0"/>
            </a:lvl1pPr>
          </a:lstStyle>
          <a:p>
            <a:pPr lvl="0"/>
            <a:r>
              <a:rPr lang="en-US"/>
              <a:t>Click to add content</a:t>
            </a:r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Insert page title (sentence case)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81051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7">
          <p15:clr>
            <a:srgbClr val="FBAE40"/>
          </p15:clr>
        </p15:guide>
        <p15:guide id="2" orient="horz" pos="317">
          <p15:clr>
            <a:srgbClr val="FBAE40"/>
          </p15:clr>
        </p15:guide>
        <p15:guide id="3" orient="horz" pos="551">
          <p15:clr>
            <a:srgbClr val="FBAE40"/>
          </p15:clr>
        </p15:guide>
        <p15:guide id="4" orient="horz" pos="958">
          <p15:clr>
            <a:srgbClr val="FBAE40"/>
          </p15:clr>
        </p15:guide>
        <p15:guide id="5" orient="horz" pos="3991">
          <p15:clr>
            <a:srgbClr val="FBAE40"/>
          </p15:clr>
        </p15:guide>
        <p15:guide id="6" pos="7364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tags" Target="../tags/tag25.xml"/><Relationship Id="rId117" Type="http://schemas.openxmlformats.org/officeDocument/2006/relationships/tags" Target="../tags/tag116.xml"/><Relationship Id="rId21" Type="http://schemas.openxmlformats.org/officeDocument/2006/relationships/tags" Target="../tags/tag20.xml"/><Relationship Id="rId42" Type="http://schemas.openxmlformats.org/officeDocument/2006/relationships/tags" Target="../tags/tag41.xml"/><Relationship Id="rId47" Type="http://schemas.openxmlformats.org/officeDocument/2006/relationships/tags" Target="../tags/tag46.xml"/><Relationship Id="rId63" Type="http://schemas.openxmlformats.org/officeDocument/2006/relationships/tags" Target="../tags/tag62.xml"/><Relationship Id="rId68" Type="http://schemas.openxmlformats.org/officeDocument/2006/relationships/tags" Target="../tags/tag67.xml"/><Relationship Id="rId84" Type="http://schemas.openxmlformats.org/officeDocument/2006/relationships/tags" Target="../tags/tag83.xml"/><Relationship Id="rId89" Type="http://schemas.openxmlformats.org/officeDocument/2006/relationships/tags" Target="../tags/tag88.xml"/><Relationship Id="rId112" Type="http://schemas.openxmlformats.org/officeDocument/2006/relationships/tags" Target="../tags/tag111.xml"/><Relationship Id="rId16" Type="http://schemas.openxmlformats.org/officeDocument/2006/relationships/tags" Target="../tags/tag15.xml"/><Relationship Id="rId107" Type="http://schemas.openxmlformats.org/officeDocument/2006/relationships/tags" Target="../tags/tag106.xml"/><Relationship Id="rId11" Type="http://schemas.openxmlformats.org/officeDocument/2006/relationships/tags" Target="../tags/tag10.xml"/><Relationship Id="rId32" Type="http://schemas.openxmlformats.org/officeDocument/2006/relationships/tags" Target="../tags/tag31.xml"/><Relationship Id="rId37" Type="http://schemas.openxmlformats.org/officeDocument/2006/relationships/tags" Target="../tags/tag36.xml"/><Relationship Id="rId53" Type="http://schemas.openxmlformats.org/officeDocument/2006/relationships/tags" Target="../tags/tag52.xml"/><Relationship Id="rId58" Type="http://schemas.openxmlformats.org/officeDocument/2006/relationships/tags" Target="../tags/tag57.xml"/><Relationship Id="rId74" Type="http://schemas.openxmlformats.org/officeDocument/2006/relationships/tags" Target="../tags/tag73.xml"/><Relationship Id="rId79" Type="http://schemas.openxmlformats.org/officeDocument/2006/relationships/tags" Target="../tags/tag78.xml"/><Relationship Id="rId102" Type="http://schemas.openxmlformats.org/officeDocument/2006/relationships/tags" Target="../tags/tag101.xml"/><Relationship Id="rId123" Type="http://schemas.openxmlformats.org/officeDocument/2006/relationships/tags" Target="../tags/tag122.xml"/><Relationship Id="rId128" Type="http://schemas.openxmlformats.org/officeDocument/2006/relationships/image" Target="../media/image1.emf"/><Relationship Id="rId5" Type="http://schemas.openxmlformats.org/officeDocument/2006/relationships/tags" Target="../tags/tag4.xml"/><Relationship Id="rId90" Type="http://schemas.openxmlformats.org/officeDocument/2006/relationships/tags" Target="../tags/tag89.xml"/><Relationship Id="rId95" Type="http://schemas.openxmlformats.org/officeDocument/2006/relationships/tags" Target="../tags/tag94.xml"/><Relationship Id="rId22" Type="http://schemas.openxmlformats.org/officeDocument/2006/relationships/tags" Target="../tags/tag21.xml"/><Relationship Id="rId27" Type="http://schemas.openxmlformats.org/officeDocument/2006/relationships/tags" Target="../tags/tag26.xml"/><Relationship Id="rId43" Type="http://schemas.openxmlformats.org/officeDocument/2006/relationships/tags" Target="../tags/tag42.xml"/><Relationship Id="rId48" Type="http://schemas.openxmlformats.org/officeDocument/2006/relationships/tags" Target="../tags/tag47.xml"/><Relationship Id="rId64" Type="http://schemas.openxmlformats.org/officeDocument/2006/relationships/tags" Target="../tags/tag63.xml"/><Relationship Id="rId69" Type="http://schemas.openxmlformats.org/officeDocument/2006/relationships/tags" Target="../tags/tag68.xml"/><Relationship Id="rId113" Type="http://schemas.openxmlformats.org/officeDocument/2006/relationships/tags" Target="../tags/tag112.xml"/><Relationship Id="rId118" Type="http://schemas.openxmlformats.org/officeDocument/2006/relationships/tags" Target="../tags/tag117.xml"/><Relationship Id="rId80" Type="http://schemas.openxmlformats.org/officeDocument/2006/relationships/tags" Target="../tags/tag79.xml"/><Relationship Id="rId85" Type="http://schemas.openxmlformats.org/officeDocument/2006/relationships/tags" Target="../tags/tag84.xml"/><Relationship Id="rId12" Type="http://schemas.openxmlformats.org/officeDocument/2006/relationships/tags" Target="../tags/tag11.xml"/><Relationship Id="rId17" Type="http://schemas.openxmlformats.org/officeDocument/2006/relationships/tags" Target="../tags/tag16.xml"/><Relationship Id="rId33" Type="http://schemas.openxmlformats.org/officeDocument/2006/relationships/tags" Target="../tags/tag32.xml"/><Relationship Id="rId38" Type="http://schemas.openxmlformats.org/officeDocument/2006/relationships/tags" Target="../tags/tag37.xml"/><Relationship Id="rId59" Type="http://schemas.openxmlformats.org/officeDocument/2006/relationships/tags" Target="../tags/tag58.xml"/><Relationship Id="rId103" Type="http://schemas.openxmlformats.org/officeDocument/2006/relationships/tags" Target="../tags/tag102.xml"/><Relationship Id="rId108" Type="http://schemas.openxmlformats.org/officeDocument/2006/relationships/tags" Target="../tags/tag107.xml"/><Relationship Id="rId124" Type="http://schemas.openxmlformats.org/officeDocument/2006/relationships/tags" Target="../tags/tag123.xml"/><Relationship Id="rId54" Type="http://schemas.openxmlformats.org/officeDocument/2006/relationships/tags" Target="../tags/tag53.xml"/><Relationship Id="rId70" Type="http://schemas.openxmlformats.org/officeDocument/2006/relationships/tags" Target="../tags/tag69.xml"/><Relationship Id="rId75" Type="http://schemas.openxmlformats.org/officeDocument/2006/relationships/tags" Target="../tags/tag74.xml"/><Relationship Id="rId91" Type="http://schemas.openxmlformats.org/officeDocument/2006/relationships/tags" Target="../tags/tag90.xml"/><Relationship Id="rId96" Type="http://schemas.openxmlformats.org/officeDocument/2006/relationships/tags" Target="../tags/tag95.xml"/><Relationship Id="rId1" Type="http://schemas.openxmlformats.org/officeDocument/2006/relationships/slideLayout" Target="../slideLayouts/slideLayout1.xml"/><Relationship Id="rId6" Type="http://schemas.openxmlformats.org/officeDocument/2006/relationships/tags" Target="../tags/tag5.xml"/><Relationship Id="rId23" Type="http://schemas.openxmlformats.org/officeDocument/2006/relationships/tags" Target="../tags/tag22.xml"/><Relationship Id="rId28" Type="http://schemas.openxmlformats.org/officeDocument/2006/relationships/tags" Target="../tags/tag27.xml"/><Relationship Id="rId49" Type="http://schemas.openxmlformats.org/officeDocument/2006/relationships/tags" Target="../tags/tag48.xml"/><Relationship Id="rId114" Type="http://schemas.openxmlformats.org/officeDocument/2006/relationships/tags" Target="../tags/tag113.xml"/><Relationship Id="rId119" Type="http://schemas.openxmlformats.org/officeDocument/2006/relationships/tags" Target="../tags/tag118.xml"/><Relationship Id="rId44" Type="http://schemas.openxmlformats.org/officeDocument/2006/relationships/tags" Target="../tags/tag43.xml"/><Relationship Id="rId60" Type="http://schemas.openxmlformats.org/officeDocument/2006/relationships/tags" Target="../tags/tag59.xml"/><Relationship Id="rId65" Type="http://schemas.openxmlformats.org/officeDocument/2006/relationships/tags" Target="../tags/tag64.xml"/><Relationship Id="rId81" Type="http://schemas.openxmlformats.org/officeDocument/2006/relationships/tags" Target="../tags/tag80.xml"/><Relationship Id="rId86" Type="http://schemas.openxmlformats.org/officeDocument/2006/relationships/tags" Target="../tags/tag85.xml"/><Relationship Id="rId13" Type="http://schemas.openxmlformats.org/officeDocument/2006/relationships/tags" Target="../tags/tag12.xml"/><Relationship Id="rId18" Type="http://schemas.openxmlformats.org/officeDocument/2006/relationships/tags" Target="../tags/tag17.xml"/><Relationship Id="rId39" Type="http://schemas.openxmlformats.org/officeDocument/2006/relationships/tags" Target="../tags/tag38.xml"/><Relationship Id="rId109" Type="http://schemas.openxmlformats.org/officeDocument/2006/relationships/tags" Target="../tags/tag108.xml"/><Relationship Id="rId34" Type="http://schemas.openxmlformats.org/officeDocument/2006/relationships/tags" Target="../tags/tag33.xml"/><Relationship Id="rId50" Type="http://schemas.openxmlformats.org/officeDocument/2006/relationships/tags" Target="../tags/tag49.xml"/><Relationship Id="rId55" Type="http://schemas.openxmlformats.org/officeDocument/2006/relationships/tags" Target="../tags/tag54.xml"/><Relationship Id="rId76" Type="http://schemas.openxmlformats.org/officeDocument/2006/relationships/tags" Target="../tags/tag75.xml"/><Relationship Id="rId97" Type="http://schemas.openxmlformats.org/officeDocument/2006/relationships/tags" Target="../tags/tag96.xml"/><Relationship Id="rId104" Type="http://schemas.openxmlformats.org/officeDocument/2006/relationships/tags" Target="../tags/tag103.xml"/><Relationship Id="rId120" Type="http://schemas.openxmlformats.org/officeDocument/2006/relationships/tags" Target="../tags/tag119.xml"/><Relationship Id="rId125" Type="http://schemas.openxmlformats.org/officeDocument/2006/relationships/tags" Target="../tags/tag124.xml"/><Relationship Id="rId7" Type="http://schemas.openxmlformats.org/officeDocument/2006/relationships/tags" Target="../tags/tag6.xml"/><Relationship Id="rId71" Type="http://schemas.openxmlformats.org/officeDocument/2006/relationships/tags" Target="../tags/tag70.xml"/><Relationship Id="rId92" Type="http://schemas.openxmlformats.org/officeDocument/2006/relationships/tags" Target="../tags/tag91.xml"/><Relationship Id="rId2" Type="http://schemas.openxmlformats.org/officeDocument/2006/relationships/theme" Target="../theme/theme1.xml"/><Relationship Id="rId29" Type="http://schemas.openxmlformats.org/officeDocument/2006/relationships/tags" Target="../tags/tag28.xml"/><Relationship Id="rId24" Type="http://schemas.openxmlformats.org/officeDocument/2006/relationships/tags" Target="../tags/tag23.xml"/><Relationship Id="rId40" Type="http://schemas.openxmlformats.org/officeDocument/2006/relationships/tags" Target="../tags/tag39.xml"/><Relationship Id="rId45" Type="http://schemas.openxmlformats.org/officeDocument/2006/relationships/tags" Target="../tags/tag44.xml"/><Relationship Id="rId66" Type="http://schemas.openxmlformats.org/officeDocument/2006/relationships/tags" Target="../tags/tag65.xml"/><Relationship Id="rId87" Type="http://schemas.openxmlformats.org/officeDocument/2006/relationships/tags" Target="../tags/tag86.xml"/><Relationship Id="rId110" Type="http://schemas.openxmlformats.org/officeDocument/2006/relationships/tags" Target="../tags/tag109.xml"/><Relationship Id="rId115" Type="http://schemas.openxmlformats.org/officeDocument/2006/relationships/tags" Target="../tags/tag114.xml"/><Relationship Id="rId61" Type="http://schemas.openxmlformats.org/officeDocument/2006/relationships/tags" Target="../tags/tag60.xml"/><Relationship Id="rId82" Type="http://schemas.openxmlformats.org/officeDocument/2006/relationships/tags" Target="../tags/tag81.xml"/><Relationship Id="rId19" Type="http://schemas.openxmlformats.org/officeDocument/2006/relationships/tags" Target="../tags/tag18.xml"/><Relationship Id="rId14" Type="http://schemas.openxmlformats.org/officeDocument/2006/relationships/tags" Target="../tags/tag13.xml"/><Relationship Id="rId30" Type="http://schemas.openxmlformats.org/officeDocument/2006/relationships/tags" Target="../tags/tag29.xml"/><Relationship Id="rId35" Type="http://schemas.openxmlformats.org/officeDocument/2006/relationships/tags" Target="../tags/tag34.xml"/><Relationship Id="rId56" Type="http://schemas.openxmlformats.org/officeDocument/2006/relationships/tags" Target="../tags/tag55.xml"/><Relationship Id="rId77" Type="http://schemas.openxmlformats.org/officeDocument/2006/relationships/tags" Target="../tags/tag76.xml"/><Relationship Id="rId100" Type="http://schemas.openxmlformats.org/officeDocument/2006/relationships/tags" Target="../tags/tag99.xml"/><Relationship Id="rId105" Type="http://schemas.openxmlformats.org/officeDocument/2006/relationships/tags" Target="../tags/tag104.xml"/><Relationship Id="rId126" Type="http://schemas.openxmlformats.org/officeDocument/2006/relationships/tags" Target="../tags/tag125.xml"/><Relationship Id="rId8" Type="http://schemas.openxmlformats.org/officeDocument/2006/relationships/tags" Target="../tags/tag7.xml"/><Relationship Id="rId51" Type="http://schemas.openxmlformats.org/officeDocument/2006/relationships/tags" Target="../tags/tag50.xml"/><Relationship Id="rId72" Type="http://schemas.openxmlformats.org/officeDocument/2006/relationships/tags" Target="../tags/tag71.xml"/><Relationship Id="rId93" Type="http://schemas.openxmlformats.org/officeDocument/2006/relationships/tags" Target="../tags/tag92.xml"/><Relationship Id="rId98" Type="http://schemas.openxmlformats.org/officeDocument/2006/relationships/tags" Target="../tags/tag97.xml"/><Relationship Id="rId121" Type="http://schemas.openxmlformats.org/officeDocument/2006/relationships/tags" Target="../tags/tag120.xml"/><Relationship Id="rId3" Type="http://schemas.openxmlformats.org/officeDocument/2006/relationships/tags" Target="../tags/tag2.xml"/><Relationship Id="rId25" Type="http://schemas.openxmlformats.org/officeDocument/2006/relationships/tags" Target="../tags/tag24.xml"/><Relationship Id="rId46" Type="http://schemas.openxmlformats.org/officeDocument/2006/relationships/tags" Target="../tags/tag45.xml"/><Relationship Id="rId67" Type="http://schemas.openxmlformats.org/officeDocument/2006/relationships/tags" Target="../tags/tag66.xml"/><Relationship Id="rId116" Type="http://schemas.openxmlformats.org/officeDocument/2006/relationships/tags" Target="../tags/tag115.xml"/><Relationship Id="rId20" Type="http://schemas.openxmlformats.org/officeDocument/2006/relationships/tags" Target="../tags/tag19.xml"/><Relationship Id="rId41" Type="http://schemas.openxmlformats.org/officeDocument/2006/relationships/tags" Target="../tags/tag40.xml"/><Relationship Id="rId62" Type="http://schemas.openxmlformats.org/officeDocument/2006/relationships/tags" Target="../tags/tag61.xml"/><Relationship Id="rId83" Type="http://schemas.openxmlformats.org/officeDocument/2006/relationships/tags" Target="../tags/tag82.xml"/><Relationship Id="rId88" Type="http://schemas.openxmlformats.org/officeDocument/2006/relationships/tags" Target="../tags/tag87.xml"/><Relationship Id="rId111" Type="http://schemas.openxmlformats.org/officeDocument/2006/relationships/tags" Target="../tags/tag110.xml"/><Relationship Id="rId15" Type="http://schemas.openxmlformats.org/officeDocument/2006/relationships/tags" Target="../tags/tag14.xml"/><Relationship Id="rId36" Type="http://schemas.openxmlformats.org/officeDocument/2006/relationships/tags" Target="../tags/tag35.xml"/><Relationship Id="rId57" Type="http://schemas.openxmlformats.org/officeDocument/2006/relationships/tags" Target="../tags/tag56.xml"/><Relationship Id="rId106" Type="http://schemas.openxmlformats.org/officeDocument/2006/relationships/tags" Target="../tags/tag105.xml"/><Relationship Id="rId127" Type="http://schemas.openxmlformats.org/officeDocument/2006/relationships/oleObject" Target="../embeddings/oleObject1.bin"/><Relationship Id="rId10" Type="http://schemas.openxmlformats.org/officeDocument/2006/relationships/tags" Target="../tags/tag9.xml"/><Relationship Id="rId31" Type="http://schemas.openxmlformats.org/officeDocument/2006/relationships/tags" Target="../tags/tag30.xml"/><Relationship Id="rId52" Type="http://schemas.openxmlformats.org/officeDocument/2006/relationships/tags" Target="../tags/tag51.xml"/><Relationship Id="rId73" Type="http://schemas.openxmlformats.org/officeDocument/2006/relationships/tags" Target="../tags/tag72.xml"/><Relationship Id="rId78" Type="http://schemas.openxmlformats.org/officeDocument/2006/relationships/tags" Target="../tags/tag77.xml"/><Relationship Id="rId94" Type="http://schemas.openxmlformats.org/officeDocument/2006/relationships/tags" Target="../tags/tag93.xml"/><Relationship Id="rId99" Type="http://schemas.openxmlformats.org/officeDocument/2006/relationships/tags" Target="../tags/tag98.xml"/><Relationship Id="rId101" Type="http://schemas.openxmlformats.org/officeDocument/2006/relationships/tags" Target="../tags/tag100.xml"/><Relationship Id="rId122" Type="http://schemas.openxmlformats.org/officeDocument/2006/relationships/tags" Target="../tags/tag121.xml"/><Relationship Id="rId4" Type="http://schemas.openxmlformats.org/officeDocument/2006/relationships/tags" Target="../tags/tag3.xml"/><Relationship Id="rId9" Type="http://schemas.openxmlformats.org/officeDocument/2006/relationships/tags" Target="../tags/tag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2" name="think-cell data - do not delete" hidden="1">
            <a:extLst>
              <a:ext uri="{FF2B5EF4-FFF2-40B4-BE49-F238E27FC236}">
                <a16:creationId xmlns:a16="http://schemas.microsoft.com/office/drawing/2014/main" id="{E2118E8D-DE86-7E13-B445-46A8F3E9467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296048280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27" imgW="484" imgH="486" progId="TCLayout.ActiveDocument.1">
                  <p:embed/>
                </p:oleObj>
              </mc:Choice>
              <mc:Fallback>
                <p:oleObj name="think-cell Slide" r:id="rId127" imgW="484" imgH="486" progId="TCLayout.ActiveDocument.1">
                  <p:embed/>
                  <p:pic>
                    <p:nvPicPr>
                      <p:cNvPr id="14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2118E8D-DE86-7E13-B445-46A8F3E9467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Background">
            <a:extLst>
              <a:ext uri="{FF2B5EF4-FFF2-40B4-BE49-F238E27FC236}">
                <a16:creationId xmlns:a16="http://schemas.microsoft.com/office/drawing/2014/main" id="{57293E41-954C-9E9C-7DE2-32FEDBD5A1C6}"/>
              </a:ext>
            </a:extLst>
          </p:cNvPr>
          <p:cNvSpPr/>
          <p:nvPr userDrawn="1"/>
        </p:nvSpPr>
        <p:spPr bwMode="gray">
          <a:xfrm>
            <a:off x="-1" y="0"/>
            <a:ext cx="12195175" cy="6858000"/>
          </a:xfrm>
          <a:prstGeom prst="rect">
            <a:avLst/>
          </a:prstGeom>
          <a:solidFill>
            <a:schemeClr val="bg1"/>
          </a:solidFill>
          <a:ln w="15238" cap="flat">
            <a:noFill/>
            <a:prstDash val="solid"/>
            <a:miter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72 Brand" panose="020B0504030603020204" pitchFamily="34" charset="0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34" name="Slide number"/>
          <p:cNvSpPr txBox="1"/>
          <p:nvPr userDrawn="1"/>
        </p:nvSpPr>
        <p:spPr bwMode="black">
          <a:xfrm>
            <a:off x="11546207" y="6536751"/>
            <a:ext cx="144270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e-DE"/>
            </a:defPPr>
            <a:lvl1pPr marL="84138" indent="-84138">
              <a:buClr>
                <a:schemeClr val="tx1"/>
              </a:buClr>
              <a:buFont typeface="Arial" pitchFamily="34" charset="0"/>
              <a:buChar char="©"/>
              <a:tabLst/>
              <a:defRPr sz="600"/>
            </a:lvl1pPr>
          </a:lstStyle>
          <a:p>
            <a:pPr marL="0" lvl="0" indent="0" algn="r">
              <a:buNone/>
            </a:pPr>
            <a:fld id="{0BDC132A-5C91-4078-9777-31DA19A62E0A}" type="slidenum">
              <a:rPr lang="en-US" sz="900" b="0" i="0" noProof="0" smtClean="0">
                <a:latin typeface="+mn-lt"/>
              </a:rPr>
              <a:pPr marL="0" lvl="0" indent="0" algn="r">
                <a:buNone/>
              </a:pPr>
              <a:t>‹#›</a:t>
            </a:fld>
            <a:endParaRPr lang="en-US" sz="900" b="0" i="0" noProof="0">
              <a:latin typeface="+mn-lt"/>
            </a:endParaRPr>
          </a:p>
        </p:txBody>
      </p:sp>
      <p:sp>
        <p:nvSpPr>
          <p:cNvPr id="3" name="Text Placeholder"/>
          <p:cNvSpPr>
            <a:spLocks noGrp="1"/>
          </p:cNvSpPr>
          <p:nvPr userDrawn="1">
            <p:ph type="body" idx="1"/>
          </p:nvPr>
        </p:nvSpPr>
        <p:spPr bwMode="black">
          <a:xfrm>
            <a:off x="504001" y="1548560"/>
            <a:ext cx="11186476" cy="4788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/>
              <a:t>Start typing to add text without a bullet point. To add a bullet point, place the cursor at the start of this line and press tab.</a:t>
            </a:r>
            <a:endParaRPr lang="en-US" noProof="0"/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" name="Title Placeholder"/>
          <p:cNvSpPr>
            <a:spLocks noGrp="1"/>
          </p:cNvSpPr>
          <p:nvPr userDrawn="1">
            <p:ph type="title"/>
          </p:nvPr>
        </p:nvSpPr>
        <p:spPr bwMode="black">
          <a:xfrm>
            <a:off x="504001" y="504000"/>
            <a:ext cx="11186476" cy="36933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US" noProof="0"/>
              <a:t>Insert page title (sentence case)</a:t>
            </a:r>
          </a:p>
        </p:txBody>
      </p:sp>
      <p:grpSp>
        <p:nvGrpSpPr>
          <p:cNvPr id="6" name="Harvey 3" hidden="1">
            <a:extLst>
              <a:ext uri="{FF2B5EF4-FFF2-40B4-BE49-F238E27FC236}">
                <a16:creationId xmlns:a16="http://schemas.microsoft.com/office/drawing/2014/main" id="{B3E7C216-6801-4AB8-8D95-E7D60F39B210}"/>
              </a:ext>
            </a:extLst>
          </p:cNvPr>
          <p:cNvGrpSpPr>
            <a:grpSpLocks/>
          </p:cNvGrpSpPr>
          <p:nvPr userDrawn="1">
            <p:custDataLst>
              <p:tags r:id="rId4"/>
            </p:custDataLst>
          </p:nvPr>
        </p:nvGrpSpPr>
        <p:grpSpPr>
          <a:xfrm>
            <a:off x="3938798" y="3978000"/>
            <a:ext cx="1024878" cy="1024878"/>
            <a:chOff x="0" y="0"/>
            <a:chExt cx="914400" cy="914400"/>
          </a:xfrm>
          <a:solidFill>
            <a:schemeClr val="accent1"/>
          </a:solidFill>
        </p:grpSpPr>
        <p:sp>
          <p:nvSpPr>
            <p:cNvPr id="7" name="Harvey 0/3 [0]">
              <a:extLst>
                <a:ext uri="{FF2B5EF4-FFF2-40B4-BE49-F238E27FC236}">
                  <a16:creationId xmlns:a16="http://schemas.microsoft.com/office/drawing/2014/main" id="{FC8CECD5-A3FB-4DD5-A846-DC09FDB6EB04}"/>
                </a:ext>
              </a:extLst>
            </p:cNvPr>
            <p:cNvSpPr>
              <a:spLocks noChangeAspect="1"/>
            </p:cNvSpPr>
            <p:nvPr>
              <p:custDataLst>
                <p:tags r:id="rId123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 fill="none">
                  <a:moveTo>
                    <a:pt x="317500" y="0"/>
                  </a:moveTo>
                  <a:arcTo wR="317500" hR="317500" stAng="-5400000" swAng="216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8" name="Harvey 1/3 [1]">
              <a:extLst>
                <a:ext uri="{FF2B5EF4-FFF2-40B4-BE49-F238E27FC236}">
                  <a16:creationId xmlns:a16="http://schemas.microsoft.com/office/drawing/2014/main" id="{750B853B-8389-4427-AFB9-1CE880FE9BEE}"/>
                </a:ext>
              </a:extLst>
            </p:cNvPr>
            <p:cNvSpPr>
              <a:spLocks noChangeAspect="1"/>
            </p:cNvSpPr>
            <p:nvPr>
              <p:custDataLst>
                <p:tags r:id="rId124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72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92463" y="476249"/>
                  </a:moveTo>
                  <a:arcTo wR="317500" hR="317500" stAng="1800000" swAng="144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9" name="Harvey 2/3 [2]">
              <a:extLst>
                <a:ext uri="{FF2B5EF4-FFF2-40B4-BE49-F238E27FC236}">
                  <a16:creationId xmlns:a16="http://schemas.microsoft.com/office/drawing/2014/main" id="{0CA9A207-7055-4A72-8ED2-D82605C3D0C8}"/>
                </a:ext>
              </a:extLst>
            </p:cNvPr>
            <p:cNvSpPr>
              <a:spLocks noChangeAspect="1"/>
            </p:cNvSpPr>
            <p:nvPr>
              <p:custDataLst>
                <p:tags r:id="rId125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44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2536" y="476250"/>
                  </a:moveTo>
                  <a:arcTo wR="317500" hR="317500" stAng="9000000" swAng="72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0" name="Harvey 3/3 [3]">
              <a:extLst>
                <a:ext uri="{FF2B5EF4-FFF2-40B4-BE49-F238E27FC236}">
                  <a16:creationId xmlns:a16="http://schemas.microsoft.com/office/drawing/2014/main" id="{4422C816-875A-41F5-9DC0-8DBAE4C5C6CB}"/>
                </a:ext>
              </a:extLst>
            </p:cNvPr>
            <p:cNvSpPr>
              <a:spLocks noChangeAspect="1"/>
            </p:cNvSpPr>
            <p:nvPr>
              <p:custDataLst>
                <p:tags r:id="rId126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00"/>
                  <a:close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11" name="Harvey 4" hidden="1">
            <a:extLst>
              <a:ext uri="{FF2B5EF4-FFF2-40B4-BE49-F238E27FC236}">
                <a16:creationId xmlns:a16="http://schemas.microsoft.com/office/drawing/2014/main" id="{DDC5C333-7028-4F79-8940-98DC17723588}"/>
              </a:ext>
            </a:extLst>
          </p:cNvPr>
          <p:cNvGrpSpPr>
            <a:grpSpLocks/>
          </p:cNvGrpSpPr>
          <p:nvPr userDrawn="1">
            <p:custDataLst>
              <p:tags r:id="rId5"/>
            </p:custDataLst>
          </p:nvPr>
        </p:nvGrpSpPr>
        <p:grpSpPr>
          <a:xfrm>
            <a:off x="5391506" y="3978000"/>
            <a:ext cx="1024878" cy="1024878"/>
            <a:chOff x="0" y="0"/>
            <a:chExt cx="914400" cy="914400"/>
          </a:xfrm>
          <a:solidFill>
            <a:schemeClr val="accent1"/>
          </a:solidFill>
        </p:grpSpPr>
        <p:sp>
          <p:nvSpPr>
            <p:cNvPr id="13" name="Harvey 0/4 [0]">
              <a:extLst>
                <a:ext uri="{FF2B5EF4-FFF2-40B4-BE49-F238E27FC236}">
                  <a16:creationId xmlns:a16="http://schemas.microsoft.com/office/drawing/2014/main" id="{70B331E2-39A8-4BAF-8DDD-C631B51EB56E}"/>
                </a:ext>
              </a:extLst>
            </p:cNvPr>
            <p:cNvSpPr>
              <a:spLocks noChangeAspect="1"/>
            </p:cNvSpPr>
            <p:nvPr>
              <p:custDataLst>
                <p:tags r:id="rId118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 fill="none">
                  <a:moveTo>
                    <a:pt x="317500" y="0"/>
                  </a:moveTo>
                  <a:arcTo wR="317500" hR="317500" stAng="-5400000" swAng="216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4" name="Harvey 1/4 [1]">
              <a:extLst>
                <a:ext uri="{FF2B5EF4-FFF2-40B4-BE49-F238E27FC236}">
                  <a16:creationId xmlns:a16="http://schemas.microsoft.com/office/drawing/2014/main" id="{47F66FBA-2801-4875-BD13-0BF512FC3C6A}"/>
                </a:ext>
              </a:extLst>
            </p:cNvPr>
            <p:cNvSpPr>
              <a:spLocks noChangeAspect="1"/>
            </p:cNvSpPr>
            <p:nvPr>
              <p:custDataLst>
                <p:tags r:id="rId119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4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5000" y="317500"/>
                  </a:moveTo>
                  <a:arcTo wR="317500" hR="317500" stAng="0" swAng="162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5" name="Harvey 2/4 [2]">
              <a:extLst>
                <a:ext uri="{FF2B5EF4-FFF2-40B4-BE49-F238E27FC236}">
                  <a16:creationId xmlns:a16="http://schemas.microsoft.com/office/drawing/2014/main" id="{99673DAB-5272-45DC-B222-CA8CAA9FD2BB}"/>
                </a:ext>
              </a:extLst>
            </p:cNvPr>
            <p:cNvSpPr>
              <a:spLocks noChangeAspect="1"/>
            </p:cNvSpPr>
            <p:nvPr>
              <p:custDataLst>
                <p:tags r:id="rId120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8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17500" y="635000"/>
                  </a:moveTo>
                  <a:arcTo wR="317500" hR="317500" stAng="5400000" swAng="108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6" name="Harvey 3/4 [3]">
              <a:extLst>
                <a:ext uri="{FF2B5EF4-FFF2-40B4-BE49-F238E27FC236}">
                  <a16:creationId xmlns:a16="http://schemas.microsoft.com/office/drawing/2014/main" id="{F9B9444B-C98D-45FC-BA92-881D06827328}"/>
                </a:ext>
              </a:extLst>
            </p:cNvPr>
            <p:cNvSpPr>
              <a:spLocks noChangeAspect="1"/>
            </p:cNvSpPr>
            <p:nvPr>
              <p:custDataLst>
                <p:tags r:id="rId121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2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0" y="317500"/>
                  </a:moveTo>
                  <a:arcTo wR="317500" hR="317500" stAng="10800000" swAng="54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7" name="Harvey 4/4 [4]">
              <a:extLst>
                <a:ext uri="{FF2B5EF4-FFF2-40B4-BE49-F238E27FC236}">
                  <a16:creationId xmlns:a16="http://schemas.microsoft.com/office/drawing/2014/main" id="{5FFB853D-F550-4F16-8269-A070A19E381C}"/>
                </a:ext>
              </a:extLst>
            </p:cNvPr>
            <p:cNvSpPr>
              <a:spLocks noChangeAspect="1"/>
            </p:cNvSpPr>
            <p:nvPr>
              <p:custDataLst>
                <p:tags r:id="rId122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00"/>
                  <a:close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18" name="Harvey 8" hidden="1">
            <a:extLst>
              <a:ext uri="{FF2B5EF4-FFF2-40B4-BE49-F238E27FC236}">
                <a16:creationId xmlns:a16="http://schemas.microsoft.com/office/drawing/2014/main" id="{0630AB66-7B5F-41CE-A2EB-2EB4C67794AE}"/>
              </a:ext>
            </a:extLst>
          </p:cNvPr>
          <p:cNvGrpSpPr>
            <a:grpSpLocks/>
          </p:cNvGrpSpPr>
          <p:nvPr userDrawn="1">
            <p:custDataLst>
              <p:tags r:id="rId6"/>
            </p:custDataLst>
          </p:nvPr>
        </p:nvGrpSpPr>
        <p:grpSpPr>
          <a:xfrm>
            <a:off x="6844214" y="3978000"/>
            <a:ext cx="1024878" cy="1024878"/>
            <a:chOff x="0" y="0"/>
            <a:chExt cx="914400" cy="914400"/>
          </a:xfrm>
          <a:solidFill>
            <a:schemeClr val="accent1"/>
          </a:solidFill>
        </p:grpSpPr>
        <p:sp>
          <p:nvSpPr>
            <p:cNvPr id="19" name="Harvey 0/8 [0]">
              <a:extLst>
                <a:ext uri="{FF2B5EF4-FFF2-40B4-BE49-F238E27FC236}">
                  <a16:creationId xmlns:a16="http://schemas.microsoft.com/office/drawing/2014/main" id="{051D5678-1EFE-40CF-8563-B5E9EA35A271}"/>
                </a:ext>
              </a:extLst>
            </p:cNvPr>
            <p:cNvSpPr>
              <a:spLocks noChangeAspect="1"/>
            </p:cNvSpPr>
            <p:nvPr>
              <p:custDataLst>
                <p:tags r:id="rId109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 fill="none">
                  <a:moveTo>
                    <a:pt x="317500" y="0"/>
                  </a:moveTo>
                  <a:arcTo wR="317500" hR="317500" stAng="-5400000" swAng="216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0" name="Harvey 1/8 [1]">
              <a:extLst>
                <a:ext uri="{FF2B5EF4-FFF2-40B4-BE49-F238E27FC236}">
                  <a16:creationId xmlns:a16="http://schemas.microsoft.com/office/drawing/2014/main" id="{E5DDEB4B-B8B3-42DA-AF30-4FD0A1770D91}"/>
                </a:ext>
              </a:extLst>
            </p:cNvPr>
            <p:cNvSpPr>
              <a:spLocks noChangeAspect="1"/>
            </p:cNvSpPr>
            <p:nvPr>
              <p:custDataLst>
                <p:tags r:id="rId110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7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42006" y="92993"/>
                  </a:moveTo>
                  <a:arcTo wR="317500" hR="317500" stAng="-2700000" swAng="189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1" name="Harvey 2/8 [2]">
              <a:extLst>
                <a:ext uri="{FF2B5EF4-FFF2-40B4-BE49-F238E27FC236}">
                  <a16:creationId xmlns:a16="http://schemas.microsoft.com/office/drawing/2014/main" id="{FB9200C4-0418-4CEF-BBB8-18F997AD7CA8}"/>
                </a:ext>
              </a:extLst>
            </p:cNvPr>
            <p:cNvSpPr>
              <a:spLocks noChangeAspect="1"/>
            </p:cNvSpPr>
            <p:nvPr>
              <p:custDataLst>
                <p:tags r:id="rId111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4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5000" y="317500"/>
                  </a:moveTo>
                  <a:arcTo wR="317500" hR="317500" stAng="0" swAng="162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2" name="Harvey 3/8 [3]">
              <a:extLst>
                <a:ext uri="{FF2B5EF4-FFF2-40B4-BE49-F238E27FC236}">
                  <a16:creationId xmlns:a16="http://schemas.microsoft.com/office/drawing/2014/main" id="{8E4DE7E8-0809-4E2E-BE6A-E989A6AEBF62}"/>
                </a:ext>
              </a:extLst>
            </p:cNvPr>
            <p:cNvSpPr>
              <a:spLocks noChangeAspect="1"/>
            </p:cNvSpPr>
            <p:nvPr>
              <p:custDataLst>
                <p:tags r:id="rId112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81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42006" y="542006"/>
                  </a:moveTo>
                  <a:arcTo wR="317500" hR="317500" stAng="2700000" swAng="135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3" name="Harvey 4/8 [4]">
              <a:extLst>
                <a:ext uri="{FF2B5EF4-FFF2-40B4-BE49-F238E27FC236}">
                  <a16:creationId xmlns:a16="http://schemas.microsoft.com/office/drawing/2014/main" id="{F839E6A9-0DED-402B-8F4C-2176769B55CD}"/>
                </a:ext>
              </a:extLst>
            </p:cNvPr>
            <p:cNvSpPr>
              <a:spLocks noChangeAspect="1"/>
            </p:cNvSpPr>
            <p:nvPr>
              <p:custDataLst>
                <p:tags r:id="rId113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8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17500" y="635000"/>
                  </a:moveTo>
                  <a:arcTo wR="317500" hR="317500" stAng="5400000" swAng="108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4" name="Harvey 5/8 [5]">
              <a:extLst>
                <a:ext uri="{FF2B5EF4-FFF2-40B4-BE49-F238E27FC236}">
                  <a16:creationId xmlns:a16="http://schemas.microsoft.com/office/drawing/2014/main" id="{C3EE8663-AD08-4237-8344-6543EC4B688C}"/>
                </a:ext>
              </a:extLst>
            </p:cNvPr>
            <p:cNvSpPr>
              <a:spLocks noChangeAspect="1"/>
            </p:cNvSpPr>
            <p:nvPr>
              <p:custDataLst>
                <p:tags r:id="rId114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35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92993" y="542006"/>
                  </a:moveTo>
                  <a:arcTo wR="317500" hR="317500" stAng="8100000" swAng="81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5" name="Harvey 6/8 [6]">
              <a:extLst>
                <a:ext uri="{FF2B5EF4-FFF2-40B4-BE49-F238E27FC236}">
                  <a16:creationId xmlns:a16="http://schemas.microsoft.com/office/drawing/2014/main" id="{ADE6F931-D156-4E59-A3ED-0B14B5F0EF7E}"/>
                </a:ext>
              </a:extLst>
            </p:cNvPr>
            <p:cNvSpPr>
              <a:spLocks noChangeAspect="1"/>
            </p:cNvSpPr>
            <p:nvPr>
              <p:custDataLst>
                <p:tags r:id="rId115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2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0" y="317500"/>
                  </a:moveTo>
                  <a:arcTo wR="317500" hR="317500" stAng="10800000" swAng="54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6" name="Harvey 7/8 [7]">
              <a:extLst>
                <a:ext uri="{FF2B5EF4-FFF2-40B4-BE49-F238E27FC236}">
                  <a16:creationId xmlns:a16="http://schemas.microsoft.com/office/drawing/2014/main" id="{A36821AE-2FF1-4F6E-AAF3-1BEA6AE153B8}"/>
                </a:ext>
              </a:extLst>
            </p:cNvPr>
            <p:cNvSpPr>
              <a:spLocks noChangeAspect="1"/>
            </p:cNvSpPr>
            <p:nvPr>
              <p:custDataLst>
                <p:tags r:id="rId116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89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92993" y="92993"/>
                  </a:moveTo>
                  <a:arcTo wR="317500" hR="317500" stAng="13500000" swAng="27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7" name="Harvey 8/8 [8]">
              <a:extLst>
                <a:ext uri="{FF2B5EF4-FFF2-40B4-BE49-F238E27FC236}">
                  <a16:creationId xmlns:a16="http://schemas.microsoft.com/office/drawing/2014/main" id="{2D277E47-45D5-4503-8443-BED560C6560A}"/>
                </a:ext>
              </a:extLst>
            </p:cNvPr>
            <p:cNvSpPr>
              <a:spLocks noChangeAspect="1"/>
            </p:cNvSpPr>
            <p:nvPr>
              <p:custDataLst>
                <p:tags r:id="rId117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00"/>
                  <a:close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28" name="Harvey 100" hidden="1">
            <a:extLst>
              <a:ext uri="{FF2B5EF4-FFF2-40B4-BE49-F238E27FC236}">
                <a16:creationId xmlns:a16="http://schemas.microsoft.com/office/drawing/2014/main" id="{6D5D9337-395C-4FE4-97E6-E1CD47A644E9}"/>
              </a:ext>
            </a:extLst>
          </p:cNvPr>
          <p:cNvGrpSpPr/>
          <p:nvPr userDrawn="1">
            <p:custDataLst>
              <p:tags r:id="rId7"/>
            </p:custDataLst>
          </p:nvPr>
        </p:nvGrpSpPr>
        <p:grpSpPr>
          <a:xfrm>
            <a:off x="8296922" y="3978000"/>
            <a:ext cx="1024878" cy="1024878"/>
            <a:chOff x="4334905" y="3282696"/>
            <a:chExt cx="292608" cy="292608"/>
          </a:xfrm>
          <a:solidFill>
            <a:schemeClr val="accent1"/>
          </a:solidFill>
        </p:grpSpPr>
        <p:sp>
          <p:nvSpPr>
            <p:cNvPr id="29" name="Harvey 0/100 [0]">
              <a:extLst>
                <a:ext uri="{FF2B5EF4-FFF2-40B4-BE49-F238E27FC236}">
                  <a16:creationId xmlns:a16="http://schemas.microsoft.com/office/drawing/2014/main" id="{C2D4C837-2D4B-4D6B-81F8-9B001989609B}"/>
                </a:ext>
              </a:extLst>
            </p:cNvPr>
            <p:cNvSpPr>
              <a:spLocks noChangeAspect="1"/>
            </p:cNvSpPr>
            <p:nvPr>
              <p:custDataLst>
                <p:tags r:id="rId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 fill="none">
                  <a:moveTo>
                    <a:pt x="317500" y="0"/>
                  </a:moveTo>
                  <a:arcTo wR="317500" hR="317500" stAng="-5400000" swAng="216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30" name="Harvey 1/100 [1]">
              <a:extLst>
                <a:ext uri="{FF2B5EF4-FFF2-40B4-BE49-F238E27FC236}">
                  <a16:creationId xmlns:a16="http://schemas.microsoft.com/office/drawing/2014/main" id="{BACD6AAA-4A1C-46BE-B491-9A4A9C7C56F3}"/>
                </a:ext>
              </a:extLst>
            </p:cNvPr>
            <p:cNvSpPr>
              <a:spLocks noChangeAspect="1"/>
            </p:cNvSpPr>
            <p:nvPr>
              <p:custDataLst>
                <p:tags r:id="rId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37435" y="626"/>
                  </a:moveTo>
                  <a:arcTo wR="317500" hR="317500" stAng="-5184000" swAng="2138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31" name="Harvey 2/100 [2]">
              <a:extLst>
                <a:ext uri="{FF2B5EF4-FFF2-40B4-BE49-F238E27FC236}">
                  <a16:creationId xmlns:a16="http://schemas.microsoft.com/office/drawing/2014/main" id="{701024C3-4DEF-477C-9CFB-100E0303499E}"/>
                </a:ext>
              </a:extLst>
            </p:cNvPr>
            <p:cNvSpPr>
              <a:spLocks noChangeAspect="1"/>
            </p:cNvSpPr>
            <p:nvPr>
              <p:custDataLst>
                <p:tags r:id="rId1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43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57293" y="2503"/>
                  </a:moveTo>
                  <a:arcTo wR="317500" hR="317500" stAng="-4968000" swAng="2116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32" name="Harvey 3/100 [3]">
              <a:extLst>
                <a:ext uri="{FF2B5EF4-FFF2-40B4-BE49-F238E27FC236}">
                  <a16:creationId xmlns:a16="http://schemas.microsoft.com/office/drawing/2014/main" id="{46A461CD-8D28-4422-AF2A-8267EFA51CAD}"/>
                </a:ext>
              </a:extLst>
            </p:cNvPr>
            <p:cNvSpPr>
              <a:spLocks noChangeAspect="1"/>
            </p:cNvSpPr>
            <p:nvPr>
              <p:custDataLst>
                <p:tags r:id="rId1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647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76993" y="5623"/>
                  </a:moveTo>
                  <a:arcTo wR="317500" hR="317500" stAng="-4752000" swAng="2095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33" name="Harvey 4/100 [4]">
              <a:extLst>
                <a:ext uri="{FF2B5EF4-FFF2-40B4-BE49-F238E27FC236}">
                  <a16:creationId xmlns:a16="http://schemas.microsoft.com/office/drawing/2014/main" id="{0A337C3A-F021-437D-9E3D-FDE5AF266029}"/>
                </a:ext>
              </a:extLst>
            </p:cNvPr>
            <p:cNvSpPr>
              <a:spLocks noChangeAspect="1"/>
            </p:cNvSpPr>
            <p:nvPr>
              <p:custDataLst>
                <p:tags r:id="rId1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86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96459" y="9974"/>
                  </a:moveTo>
                  <a:arcTo wR="317500" hR="317500" stAng="-4536000" swAng="20735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35" name="Harvey 5/100 [5]">
              <a:extLst>
                <a:ext uri="{FF2B5EF4-FFF2-40B4-BE49-F238E27FC236}">
                  <a16:creationId xmlns:a16="http://schemas.microsoft.com/office/drawing/2014/main" id="{BDF66AF7-3D75-4118-B7E6-241B2C41B2C9}"/>
                </a:ext>
              </a:extLst>
            </p:cNvPr>
            <p:cNvSpPr>
              <a:spLocks noChangeAspect="1"/>
            </p:cNvSpPr>
            <p:nvPr>
              <p:custDataLst>
                <p:tags r:id="rId1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8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15612" y="15539"/>
                  </a:moveTo>
                  <a:arcTo wR="317500" hR="317500" stAng="-4320000" swAng="2052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36" name="Harvey 6/100 [6]">
              <a:extLst>
                <a:ext uri="{FF2B5EF4-FFF2-40B4-BE49-F238E27FC236}">
                  <a16:creationId xmlns:a16="http://schemas.microsoft.com/office/drawing/2014/main" id="{E74E7438-4315-4097-9BA7-F0CE3252AC14}"/>
                </a:ext>
              </a:extLst>
            </p:cNvPr>
            <p:cNvSpPr>
              <a:spLocks noChangeAspect="1"/>
            </p:cNvSpPr>
            <p:nvPr>
              <p:custDataLst>
                <p:tags r:id="rId1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295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34379" y="22295"/>
                  </a:moveTo>
                  <a:arcTo wR="317500" hR="317500" stAng="-4104000" swAng="2030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37" name="Harvey 7/100 [7]">
              <a:extLst>
                <a:ext uri="{FF2B5EF4-FFF2-40B4-BE49-F238E27FC236}">
                  <a16:creationId xmlns:a16="http://schemas.microsoft.com/office/drawing/2014/main" id="{FEBA4E91-97BB-4DAC-B193-66FA4828DB26}"/>
                </a:ext>
              </a:extLst>
            </p:cNvPr>
            <p:cNvSpPr>
              <a:spLocks noChangeAspect="1"/>
            </p:cNvSpPr>
            <p:nvPr>
              <p:custDataLst>
                <p:tags r:id="rId1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51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52684" y="30217"/>
                  </a:moveTo>
                  <a:arcTo wR="317500" hR="317500" stAng="-3888000" swAng="20087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38" name="Harvey 8/100 [8]">
              <a:extLst>
                <a:ext uri="{FF2B5EF4-FFF2-40B4-BE49-F238E27FC236}">
                  <a16:creationId xmlns:a16="http://schemas.microsoft.com/office/drawing/2014/main" id="{EEB85E02-177B-40CF-B926-A4423CC7C827}"/>
                </a:ext>
              </a:extLst>
            </p:cNvPr>
            <p:cNvSpPr>
              <a:spLocks noChangeAspect="1"/>
            </p:cNvSpPr>
            <p:nvPr>
              <p:custDataLst>
                <p:tags r:id="rId1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72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70456" y="39272"/>
                  </a:moveTo>
                  <a:arcTo wR="317500" hR="317500" stAng="-3672000" swAng="1987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39" name="Harvey 9/100 [9]">
              <a:extLst>
                <a:ext uri="{FF2B5EF4-FFF2-40B4-BE49-F238E27FC236}">
                  <a16:creationId xmlns:a16="http://schemas.microsoft.com/office/drawing/2014/main" id="{C133BC7F-B0E3-404F-92D1-BB930C4F3311}"/>
                </a:ext>
              </a:extLst>
            </p:cNvPr>
            <p:cNvSpPr>
              <a:spLocks noChangeAspect="1"/>
            </p:cNvSpPr>
            <p:nvPr>
              <p:custDataLst>
                <p:tags r:id="rId1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94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87625" y="49425"/>
                  </a:moveTo>
                  <a:arcTo wR="317500" hR="317500" stAng="-3456000" swAng="1965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40" name="Harvey 10/100 [10]">
              <a:extLst>
                <a:ext uri="{FF2B5EF4-FFF2-40B4-BE49-F238E27FC236}">
                  <a16:creationId xmlns:a16="http://schemas.microsoft.com/office/drawing/2014/main" id="{F2FB72A6-CDF7-48B3-A3B8-5A5FC061802C}"/>
                </a:ext>
              </a:extLst>
            </p:cNvPr>
            <p:cNvSpPr>
              <a:spLocks noChangeAspect="1"/>
            </p:cNvSpPr>
            <p:nvPr>
              <p:custDataLst>
                <p:tags r:id="rId1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04121" y="60637"/>
                  </a:moveTo>
                  <a:arcTo wR="317500" hR="317500" stAng="-3240000" swAng="1944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41" name="Harvey 11/100 [11]">
              <a:extLst>
                <a:ext uri="{FF2B5EF4-FFF2-40B4-BE49-F238E27FC236}">
                  <a16:creationId xmlns:a16="http://schemas.microsoft.com/office/drawing/2014/main" id="{F3110C8B-1B18-4579-AB3F-0F4A0840CF38}"/>
                </a:ext>
              </a:extLst>
            </p:cNvPr>
            <p:cNvSpPr>
              <a:spLocks noChangeAspect="1"/>
            </p:cNvSpPr>
            <p:nvPr>
              <p:custDataLst>
                <p:tags r:id="rId1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37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19882" y="72862"/>
                  </a:moveTo>
                  <a:arcTo wR="317500" hR="317500" stAng="-3024000" swAng="1922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42" name="Harvey 12/100 [12]">
              <a:extLst>
                <a:ext uri="{FF2B5EF4-FFF2-40B4-BE49-F238E27FC236}">
                  <a16:creationId xmlns:a16="http://schemas.microsoft.com/office/drawing/2014/main" id="{84A1B722-E5AC-45F7-9498-7FF502B6FA2B}"/>
                </a:ext>
              </a:extLst>
            </p:cNvPr>
            <p:cNvSpPr>
              <a:spLocks noChangeAspect="1"/>
            </p:cNvSpPr>
            <p:nvPr>
              <p:custDataLst>
                <p:tags r:id="rId2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591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34843" y="86052"/>
                  </a:moveTo>
                  <a:arcTo wR="317500" hR="317500" stAng="-2808000" swAng="1900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43" name="Harvey 13/100 [13]">
              <a:extLst>
                <a:ext uri="{FF2B5EF4-FFF2-40B4-BE49-F238E27FC236}">
                  <a16:creationId xmlns:a16="http://schemas.microsoft.com/office/drawing/2014/main" id="{A5599F20-B957-4DF9-8B04-F2B77AAF0BDB}"/>
                </a:ext>
              </a:extLst>
            </p:cNvPr>
            <p:cNvSpPr>
              <a:spLocks noChangeAspect="1"/>
            </p:cNvSpPr>
            <p:nvPr>
              <p:custDataLst>
                <p:tags r:id="rId2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80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48947" y="100156"/>
                  </a:moveTo>
                  <a:arcTo wR="317500" hR="317500" stAng="-2591999" swAng="1879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44" name="Harvey 14/100 [14]">
              <a:extLst>
                <a:ext uri="{FF2B5EF4-FFF2-40B4-BE49-F238E27FC236}">
                  <a16:creationId xmlns:a16="http://schemas.microsoft.com/office/drawing/2014/main" id="{F74357FC-EB3D-46C4-B56A-5007C9F4FB84}"/>
                </a:ext>
              </a:extLst>
            </p:cNvPr>
            <p:cNvSpPr>
              <a:spLocks noChangeAspect="1"/>
            </p:cNvSpPr>
            <p:nvPr>
              <p:custDataLst>
                <p:tags r:id="rId2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302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62137" y="115117"/>
                  </a:moveTo>
                  <a:arcTo wR="317500" hR="317500" stAng="-2375999" swAng="1857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45" name="Harvey 15/100 [15]">
              <a:extLst>
                <a:ext uri="{FF2B5EF4-FFF2-40B4-BE49-F238E27FC236}">
                  <a16:creationId xmlns:a16="http://schemas.microsoft.com/office/drawing/2014/main" id="{32E8E8F3-9DBC-46F4-9700-CAF071913650}"/>
                </a:ext>
              </a:extLst>
            </p:cNvPr>
            <p:cNvSpPr>
              <a:spLocks noChangeAspect="1"/>
            </p:cNvSpPr>
            <p:nvPr>
              <p:custDataLst>
                <p:tags r:id="rId2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324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74362" y="130878"/>
                  </a:moveTo>
                  <a:arcTo wR="317500" hR="317500" stAng="-2160000" swAng="1836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46" name="Harvey 16/100 [16]">
              <a:extLst>
                <a:ext uri="{FF2B5EF4-FFF2-40B4-BE49-F238E27FC236}">
                  <a16:creationId xmlns:a16="http://schemas.microsoft.com/office/drawing/2014/main" id="{71360883-3CF3-4439-9568-E456C60454A8}"/>
                </a:ext>
              </a:extLst>
            </p:cNvPr>
            <p:cNvSpPr>
              <a:spLocks noChangeAspect="1"/>
            </p:cNvSpPr>
            <p:nvPr>
              <p:custDataLst>
                <p:tags r:id="rId2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345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85574" y="147374"/>
                  </a:moveTo>
                  <a:arcTo wR="317500" hR="317500" stAng="-1944000" swAng="1814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47" name="Harvey 17/100 [17]">
              <a:extLst>
                <a:ext uri="{FF2B5EF4-FFF2-40B4-BE49-F238E27FC236}">
                  <a16:creationId xmlns:a16="http://schemas.microsoft.com/office/drawing/2014/main" id="{AE88FC9E-FB95-4413-AE3E-B8BF504735B5}"/>
                </a:ext>
              </a:extLst>
            </p:cNvPr>
            <p:cNvSpPr>
              <a:spLocks noChangeAspect="1"/>
            </p:cNvSpPr>
            <p:nvPr>
              <p:custDataLst>
                <p:tags r:id="rId2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367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95727" y="164543"/>
                  </a:moveTo>
                  <a:arcTo wR="317500" hR="317500" stAng="-1727999" swAng="1792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48" name="Harvey 18/100 [18]">
              <a:extLst>
                <a:ext uri="{FF2B5EF4-FFF2-40B4-BE49-F238E27FC236}">
                  <a16:creationId xmlns:a16="http://schemas.microsoft.com/office/drawing/2014/main" id="{62593B83-E4BE-4CE8-9B0B-25AF9B7D4254}"/>
                </a:ext>
              </a:extLst>
            </p:cNvPr>
            <p:cNvSpPr>
              <a:spLocks noChangeAspect="1"/>
            </p:cNvSpPr>
            <p:nvPr>
              <p:custDataLst>
                <p:tags r:id="rId2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388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04782" y="182315"/>
                  </a:moveTo>
                  <a:arcTo wR="317500" hR="317500" stAng="-1512000" swAng="1771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49" name="Harvey 19/100 [19]">
              <a:extLst>
                <a:ext uri="{FF2B5EF4-FFF2-40B4-BE49-F238E27FC236}">
                  <a16:creationId xmlns:a16="http://schemas.microsoft.com/office/drawing/2014/main" id="{CD41838E-0172-403D-9B68-FD51310F5400}"/>
                </a:ext>
              </a:extLst>
            </p:cNvPr>
            <p:cNvSpPr>
              <a:spLocks noChangeAspect="1"/>
            </p:cNvSpPr>
            <p:nvPr>
              <p:custDataLst>
                <p:tags r:id="rId2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410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12704" y="200620"/>
                  </a:moveTo>
                  <a:arcTo wR="317500" hR="317500" stAng="-1295999" swAng="1749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50" name="Harvey 20/100 [20]">
              <a:extLst>
                <a:ext uri="{FF2B5EF4-FFF2-40B4-BE49-F238E27FC236}">
                  <a16:creationId xmlns:a16="http://schemas.microsoft.com/office/drawing/2014/main" id="{EDE3F4CF-CB3E-40C2-B070-AC09F1E8FBD5}"/>
                </a:ext>
              </a:extLst>
            </p:cNvPr>
            <p:cNvSpPr>
              <a:spLocks noChangeAspect="1"/>
            </p:cNvSpPr>
            <p:nvPr>
              <p:custDataLst>
                <p:tags r:id="rId2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432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19460" y="219387"/>
                  </a:moveTo>
                  <a:arcTo wR="317500" hR="317500" stAng="-1080000" swAng="1728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51" name="Harvey 21/100 [21]">
              <a:extLst>
                <a:ext uri="{FF2B5EF4-FFF2-40B4-BE49-F238E27FC236}">
                  <a16:creationId xmlns:a16="http://schemas.microsoft.com/office/drawing/2014/main" id="{CD8E25E7-83D2-4F78-92A7-435281704491}"/>
                </a:ext>
              </a:extLst>
            </p:cNvPr>
            <p:cNvSpPr>
              <a:spLocks noChangeAspect="1"/>
            </p:cNvSpPr>
            <p:nvPr>
              <p:custDataLst>
                <p:tags r:id="rId2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453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25025" y="238540"/>
                  </a:moveTo>
                  <a:arcTo wR="317500" hR="317500" stAng="-864000" swAng="1706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52" name="Harvey 22/100 [22]">
              <a:extLst>
                <a:ext uri="{FF2B5EF4-FFF2-40B4-BE49-F238E27FC236}">
                  <a16:creationId xmlns:a16="http://schemas.microsoft.com/office/drawing/2014/main" id="{C6A696FB-9EFC-47F6-9860-247C48C1FC3D}"/>
                </a:ext>
              </a:extLst>
            </p:cNvPr>
            <p:cNvSpPr>
              <a:spLocks noChangeAspect="1"/>
            </p:cNvSpPr>
            <p:nvPr>
              <p:custDataLst>
                <p:tags r:id="rId3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475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29376" y="258006"/>
                  </a:moveTo>
                  <a:arcTo wR="317500" hR="317500" stAng="-647999" swAng="1684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53" name="Harvey 23/100 [23]">
              <a:extLst>
                <a:ext uri="{FF2B5EF4-FFF2-40B4-BE49-F238E27FC236}">
                  <a16:creationId xmlns:a16="http://schemas.microsoft.com/office/drawing/2014/main" id="{252958D2-EE89-4FBF-BF7B-C8AFAD704413}"/>
                </a:ext>
              </a:extLst>
            </p:cNvPr>
            <p:cNvSpPr>
              <a:spLocks noChangeAspect="1"/>
            </p:cNvSpPr>
            <p:nvPr>
              <p:custDataLst>
                <p:tags r:id="rId3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496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2496" y="277706"/>
                  </a:moveTo>
                  <a:arcTo wR="317500" hR="317500" stAng="-432000" swAng="1663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54" name="Harvey 24/100 [24]">
              <a:extLst>
                <a:ext uri="{FF2B5EF4-FFF2-40B4-BE49-F238E27FC236}">
                  <a16:creationId xmlns:a16="http://schemas.microsoft.com/office/drawing/2014/main" id="{314E82DC-04B6-406C-9D65-1115F4D2AA22}"/>
                </a:ext>
              </a:extLst>
            </p:cNvPr>
            <p:cNvSpPr>
              <a:spLocks noChangeAspect="1"/>
            </p:cNvSpPr>
            <p:nvPr>
              <p:custDataLst>
                <p:tags r:id="rId3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183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4373" y="297564"/>
                  </a:moveTo>
                  <a:arcTo wR="317500" hR="317500" stAng="-216000" swAng="1641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55" name="Harvey 25/100 [25]">
              <a:extLst>
                <a:ext uri="{FF2B5EF4-FFF2-40B4-BE49-F238E27FC236}">
                  <a16:creationId xmlns:a16="http://schemas.microsoft.com/office/drawing/2014/main" id="{669D1B60-A74F-4296-8610-F3DCDDC15022}"/>
                </a:ext>
              </a:extLst>
            </p:cNvPr>
            <p:cNvSpPr>
              <a:spLocks noChangeAspect="1"/>
            </p:cNvSpPr>
            <p:nvPr>
              <p:custDataLst>
                <p:tags r:id="rId3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4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5000" y="317500"/>
                  </a:moveTo>
                  <a:arcTo wR="317500" hR="317500" stAng="0" swAng="162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56" name="Harvey 26/100 [26]">
              <a:extLst>
                <a:ext uri="{FF2B5EF4-FFF2-40B4-BE49-F238E27FC236}">
                  <a16:creationId xmlns:a16="http://schemas.microsoft.com/office/drawing/2014/main" id="{FF6DD112-04B6-4656-AB9D-1F9950FEE2D9}"/>
                </a:ext>
              </a:extLst>
            </p:cNvPr>
            <p:cNvSpPr>
              <a:spLocks noChangeAspect="1"/>
            </p:cNvSpPr>
            <p:nvPr>
              <p:custDataLst>
                <p:tags r:id="rId3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61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4373" y="337435"/>
                  </a:moveTo>
                  <a:arcTo wR="317500" hR="317500" stAng="216000" swAng="15983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57" name="Harvey 27/100 [27]">
              <a:extLst>
                <a:ext uri="{FF2B5EF4-FFF2-40B4-BE49-F238E27FC236}">
                  <a16:creationId xmlns:a16="http://schemas.microsoft.com/office/drawing/2014/main" id="{E2928B53-FC5C-427C-AE65-9286773D84B2}"/>
                </a:ext>
              </a:extLst>
            </p:cNvPr>
            <p:cNvSpPr>
              <a:spLocks noChangeAspect="1"/>
            </p:cNvSpPr>
            <p:nvPr>
              <p:custDataLst>
                <p:tags r:id="rId3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83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2496" y="357293"/>
                  </a:moveTo>
                  <a:arcTo wR="317500" hR="317500" stAng="432000" swAng="1576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58" name="Harvey 28/100 [28]">
              <a:extLst>
                <a:ext uri="{FF2B5EF4-FFF2-40B4-BE49-F238E27FC236}">
                  <a16:creationId xmlns:a16="http://schemas.microsoft.com/office/drawing/2014/main" id="{D8CF4F20-8FEC-47FF-9B86-E818143B2C19}"/>
                </a:ext>
              </a:extLst>
            </p:cNvPr>
            <p:cNvSpPr>
              <a:spLocks noChangeAspect="1"/>
            </p:cNvSpPr>
            <p:nvPr>
              <p:custDataLst>
                <p:tags r:id="rId3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604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29376" y="376993"/>
                  </a:moveTo>
                  <a:arcTo wR="317500" hR="317500" stAng="648000" swAng="1555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59" name="Harvey 29/100 [29]">
              <a:extLst>
                <a:ext uri="{FF2B5EF4-FFF2-40B4-BE49-F238E27FC236}">
                  <a16:creationId xmlns:a16="http://schemas.microsoft.com/office/drawing/2014/main" id="{E1AF074D-4599-4D0E-8078-66303FEBDE44}"/>
                </a:ext>
              </a:extLst>
            </p:cNvPr>
            <p:cNvSpPr>
              <a:spLocks noChangeAspect="1"/>
            </p:cNvSpPr>
            <p:nvPr>
              <p:custDataLst>
                <p:tags r:id="rId3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6263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25025" y="396459"/>
                  </a:moveTo>
                  <a:arcTo wR="317500" hR="317500" stAng="863999" swAng="1533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60" name="Harvey 30/100 [30]">
              <a:extLst>
                <a:ext uri="{FF2B5EF4-FFF2-40B4-BE49-F238E27FC236}">
                  <a16:creationId xmlns:a16="http://schemas.microsoft.com/office/drawing/2014/main" id="{2DF9C982-C062-4899-8A5F-20F49AD9E1B5}"/>
                </a:ext>
              </a:extLst>
            </p:cNvPr>
            <p:cNvSpPr>
              <a:spLocks noChangeAspect="1"/>
            </p:cNvSpPr>
            <p:nvPr>
              <p:custDataLst>
                <p:tags r:id="rId3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648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19460" y="415612"/>
                  </a:moveTo>
                  <a:arcTo wR="317500" hR="317500" stAng="1080000" swAng="15119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61" name="Harvey 31/100 [31]">
              <a:extLst>
                <a:ext uri="{FF2B5EF4-FFF2-40B4-BE49-F238E27FC236}">
                  <a16:creationId xmlns:a16="http://schemas.microsoft.com/office/drawing/2014/main" id="{E98CD797-9DD9-4143-9058-D1ABF95E7406}"/>
                </a:ext>
              </a:extLst>
            </p:cNvPr>
            <p:cNvSpPr>
              <a:spLocks noChangeAspect="1"/>
            </p:cNvSpPr>
            <p:nvPr>
              <p:custDataLst>
                <p:tags r:id="rId3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669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12704" y="434379"/>
                  </a:moveTo>
                  <a:arcTo wR="317500" hR="317500" stAng="1295999" swAng="14903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62" name="Harvey 32/100 [32]">
              <a:extLst>
                <a:ext uri="{FF2B5EF4-FFF2-40B4-BE49-F238E27FC236}">
                  <a16:creationId xmlns:a16="http://schemas.microsoft.com/office/drawing/2014/main" id="{39029FE4-844F-47DA-8FEF-FB68673FF10C}"/>
                </a:ext>
              </a:extLst>
            </p:cNvPr>
            <p:cNvSpPr>
              <a:spLocks noChangeAspect="1"/>
            </p:cNvSpPr>
            <p:nvPr>
              <p:custDataLst>
                <p:tags r:id="rId4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691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04782" y="452684"/>
                  </a:moveTo>
                  <a:arcTo wR="317500" hR="317500" stAng="1512000" swAng="14687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63" name="Harvey 33/100 [33]">
              <a:extLst>
                <a:ext uri="{FF2B5EF4-FFF2-40B4-BE49-F238E27FC236}">
                  <a16:creationId xmlns:a16="http://schemas.microsoft.com/office/drawing/2014/main" id="{B99AA4D4-9C74-447B-89EF-8FD268FF95EE}"/>
                </a:ext>
              </a:extLst>
            </p:cNvPr>
            <p:cNvSpPr>
              <a:spLocks noChangeAspect="1"/>
            </p:cNvSpPr>
            <p:nvPr>
              <p:custDataLst>
                <p:tags r:id="rId4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712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95727" y="470456"/>
                  </a:moveTo>
                  <a:arcTo wR="317500" hR="317500" stAng="1728000" swAng="1447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64" name="Harvey 34/100 [34]">
              <a:extLst>
                <a:ext uri="{FF2B5EF4-FFF2-40B4-BE49-F238E27FC236}">
                  <a16:creationId xmlns:a16="http://schemas.microsoft.com/office/drawing/2014/main" id="{0880CCDE-4DDE-49A8-AFB2-FDDCE314B4D3}"/>
                </a:ext>
              </a:extLst>
            </p:cNvPr>
            <p:cNvSpPr>
              <a:spLocks noChangeAspect="1"/>
            </p:cNvSpPr>
            <p:nvPr>
              <p:custDataLst>
                <p:tags r:id="rId4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734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85574" y="487625"/>
                  </a:moveTo>
                  <a:arcTo wR="317500" hR="317500" stAng="1944000" swAng="14255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65" name="Harvey 35/100 [35]">
              <a:extLst>
                <a:ext uri="{FF2B5EF4-FFF2-40B4-BE49-F238E27FC236}">
                  <a16:creationId xmlns:a16="http://schemas.microsoft.com/office/drawing/2014/main" id="{F37E834A-F9D8-4623-BC85-60359856CCD0}"/>
                </a:ext>
              </a:extLst>
            </p:cNvPr>
            <p:cNvSpPr>
              <a:spLocks noChangeAspect="1"/>
            </p:cNvSpPr>
            <p:nvPr>
              <p:custDataLst>
                <p:tags r:id="rId4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7559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74362" y="504121"/>
                  </a:moveTo>
                  <a:arcTo wR="317500" hR="317500" stAng="2159999" swAng="1404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66" name="Harvey 36/100 [36]">
              <a:extLst>
                <a:ext uri="{FF2B5EF4-FFF2-40B4-BE49-F238E27FC236}">
                  <a16:creationId xmlns:a16="http://schemas.microsoft.com/office/drawing/2014/main" id="{15163940-B229-4368-B727-3714123C78AB}"/>
                </a:ext>
              </a:extLst>
            </p:cNvPr>
            <p:cNvSpPr>
              <a:spLocks noChangeAspect="1"/>
            </p:cNvSpPr>
            <p:nvPr>
              <p:custDataLst>
                <p:tags r:id="rId4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777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62137" y="519882"/>
                  </a:moveTo>
                  <a:arcTo wR="317500" hR="317500" stAng="2375999" swAng="1382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67" name="Harvey 37/100 [37]">
              <a:extLst>
                <a:ext uri="{FF2B5EF4-FFF2-40B4-BE49-F238E27FC236}">
                  <a16:creationId xmlns:a16="http://schemas.microsoft.com/office/drawing/2014/main" id="{64BAECDC-27C7-4333-B9D8-59DE42A1B1AA}"/>
                </a:ext>
              </a:extLst>
            </p:cNvPr>
            <p:cNvSpPr>
              <a:spLocks noChangeAspect="1"/>
            </p:cNvSpPr>
            <p:nvPr>
              <p:custDataLst>
                <p:tags r:id="rId4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7991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48947" y="534843"/>
                  </a:moveTo>
                  <a:arcTo wR="317500" hR="317500" stAng="2591999" swAng="1360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68" name="Harvey 38/100 [38]">
              <a:extLst>
                <a:ext uri="{FF2B5EF4-FFF2-40B4-BE49-F238E27FC236}">
                  <a16:creationId xmlns:a16="http://schemas.microsoft.com/office/drawing/2014/main" id="{4F018A0A-A74A-4E47-BC47-203679D4F8C0}"/>
                </a:ext>
              </a:extLst>
            </p:cNvPr>
            <p:cNvSpPr>
              <a:spLocks noChangeAspect="1"/>
            </p:cNvSpPr>
            <p:nvPr>
              <p:custDataLst>
                <p:tags r:id="rId4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820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34843" y="548947"/>
                  </a:moveTo>
                  <a:arcTo wR="317500" hR="317500" stAng="2808000" swAng="1339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69" name="Harvey 39/100 [39]">
              <a:extLst>
                <a:ext uri="{FF2B5EF4-FFF2-40B4-BE49-F238E27FC236}">
                  <a16:creationId xmlns:a16="http://schemas.microsoft.com/office/drawing/2014/main" id="{ACA75957-9FDB-46A2-82EC-77103CBEAC52}"/>
                </a:ext>
              </a:extLst>
            </p:cNvPr>
            <p:cNvSpPr>
              <a:spLocks noChangeAspect="1"/>
            </p:cNvSpPr>
            <p:nvPr>
              <p:custDataLst>
                <p:tags r:id="rId4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842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19882" y="562137"/>
                  </a:moveTo>
                  <a:arcTo wR="317500" hR="317500" stAng="3024000" swAng="1317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70" name="Harvey 40/100 [40]">
              <a:extLst>
                <a:ext uri="{FF2B5EF4-FFF2-40B4-BE49-F238E27FC236}">
                  <a16:creationId xmlns:a16="http://schemas.microsoft.com/office/drawing/2014/main" id="{025DFA7F-A073-422A-8D20-E27D1ABE4342}"/>
                </a:ext>
              </a:extLst>
            </p:cNvPr>
            <p:cNvSpPr>
              <a:spLocks noChangeAspect="1"/>
            </p:cNvSpPr>
            <p:nvPr>
              <p:custDataLst>
                <p:tags r:id="rId4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864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04121" y="574362"/>
                  </a:moveTo>
                  <a:arcTo wR="317500" hR="317500" stAng="3240000" swAng="1296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71" name="Harvey 41/100 [41]">
              <a:extLst>
                <a:ext uri="{FF2B5EF4-FFF2-40B4-BE49-F238E27FC236}">
                  <a16:creationId xmlns:a16="http://schemas.microsoft.com/office/drawing/2014/main" id="{BF311CE9-A4CB-4965-8F0F-5B6811E9FB20}"/>
                </a:ext>
              </a:extLst>
            </p:cNvPr>
            <p:cNvSpPr>
              <a:spLocks noChangeAspect="1"/>
            </p:cNvSpPr>
            <p:nvPr>
              <p:custDataLst>
                <p:tags r:id="rId4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885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87625" y="585574"/>
                  </a:moveTo>
                  <a:arcTo wR="317500" hR="317500" stAng="3455999" swAng="1274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72" name="Harvey 42/100 [42]">
              <a:extLst>
                <a:ext uri="{FF2B5EF4-FFF2-40B4-BE49-F238E27FC236}">
                  <a16:creationId xmlns:a16="http://schemas.microsoft.com/office/drawing/2014/main" id="{1B415A3D-1E85-4E6A-8BAB-3BB56600BA4F}"/>
                </a:ext>
              </a:extLst>
            </p:cNvPr>
            <p:cNvSpPr>
              <a:spLocks noChangeAspect="1"/>
            </p:cNvSpPr>
            <p:nvPr>
              <p:custDataLst>
                <p:tags r:id="rId5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907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70456" y="595727"/>
                  </a:moveTo>
                  <a:arcTo wR="317500" hR="317500" stAng="3671999" swAng="1252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73" name="Harvey 43/100 [43]">
              <a:extLst>
                <a:ext uri="{FF2B5EF4-FFF2-40B4-BE49-F238E27FC236}">
                  <a16:creationId xmlns:a16="http://schemas.microsoft.com/office/drawing/2014/main" id="{7EAD6077-4487-4E7D-846D-445E65B5291C}"/>
                </a:ext>
              </a:extLst>
            </p:cNvPr>
            <p:cNvSpPr>
              <a:spLocks noChangeAspect="1"/>
            </p:cNvSpPr>
            <p:nvPr>
              <p:custDataLst>
                <p:tags r:id="rId5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928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52684" y="604782"/>
                  </a:moveTo>
                  <a:arcTo wR="317500" hR="317500" stAng="3888000" swAng="1231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74" name="Harvey 44/100 [44]">
              <a:extLst>
                <a:ext uri="{FF2B5EF4-FFF2-40B4-BE49-F238E27FC236}">
                  <a16:creationId xmlns:a16="http://schemas.microsoft.com/office/drawing/2014/main" id="{4B57ADAF-4A83-4CB4-8920-E2B9F994E83E}"/>
                </a:ext>
              </a:extLst>
            </p:cNvPr>
            <p:cNvSpPr>
              <a:spLocks noChangeAspect="1"/>
            </p:cNvSpPr>
            <p:nvPr>
              <p:custDataLst>
                <p:tags r:id="rId5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950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34379" y="612704"/>
                  </a:moveTo>
                  <a:arcTo wR="317500" hR="317500" stAng="4104000" swAng="1209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75" name="Harvey 45/100 [45]">
              <a:extLst>
                <a:ext uri="{FF2B5EF4-FFF2-40B4-BE49-F238E27FC236}">
                  <a16:creationId xmlns:a16="http://schemas.microsoft.com/office/drawing/2014/main" id="{FF3E5416-AC43-4CBB-A32A-A966ED03106F}"/>
                </a:ext>
              </a:extLst>
            </p:cNvPr>
            <p:cNvSpPr>
              <a:spLocks noChangeAspect="1"/>
            </p:cNvSpPr>
            <p:nvPr>
              <p:custDataLst>
                <p:tags r:id="rId5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972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15612" y="619460"/>
                  </a:moveTo>
                  <a:arcTo wR="317500" hR="317500" stAng="4320000" swAng="1188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76" name="Harvey 46/100 [46]">
              <a:extLst>
                <a:ext uri="{FF2B5EF4-FFF2-40B4-BE49-F238E27FC236}">
                  <a16:creationId xmlns:a16="http://schemas.microsoft.com/office/drawing/2014/main" id="{49AFF9C1-C19A-487C-A4C1-47DA87277C3B}"/>
                </a:ext>
              </a:extLst>
            </p:cNvPr>
            <p:cNvSpPr>
              <a:spLocks noChangeAspect="1"/>
            </p:cNvSpPr>
            <p:nvPr>
              <p:custDataLst>
                <p:tags r:id="rId5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993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96459" y="625025"/>
                  </a:moveTo>
                  <a:arcTo wR="317500" hR="317500" stAng="4536000" swAng="1166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77" name="Harvey 47/100 [47]">
              <a:extLst>
                <a:ext uri="{FF2B5EF4-FFF2-40B4-BE49-F238E27FC236}">
                  <a16:creationId xmlns:a16="http://schemas.microsoft.com/office/drawing/2014/main" id="{F35AEE09-D82F-438F-9D01-96C6876241F1}"/>
                </a:ext>
              </a:extLst>
            </p:cNvPr>
            <p:cNvSpPr>
              <a:spLocks noChangeAspect="1"/>
            </p:cNvSpPr>
            <p:nvPr>
              <p:custDataLst>
                <p:tags r:id="rId5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15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76993" y="629376"/>
                  </a:moveTo>
                  <a:arcTo wR="317500" hR="317500" stAng="4751999" swAng="1144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78" name="Harvey 48/100 [48]">
              <a:extLst>
                <a:ext uri="{FF2B5EF4-FFF2-40B4-BE49-F238E27FC236}">
                  <a16:creationId xmlns:a16="http://schemas.microsoft.com/office/drawing/2014/main" id="{4FC3325B-EEB2-4420-9715-1149CEACE9AC}"/>
                </a:ext>
              </a:extLst>
            </p:cNvPr>
            <p:cNvSpPr>
              <a:spLocks noChangeAspect="1"/>
            </p:cNvSpPr>
            <p:nvPr>
              <p:custDataLst>
                <p:tags r:id="rId5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367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57293" y="632496"/>
                  </a:moveTo>
                  <a:arcTo wR="317500" hR="317500" stAng="4967999" swAng="1123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79" name="Harvey 49/100 [49]">
              <a:extLst>
                <a:ext uri="{FF2B5EF4-FFF2-40B4-BE49-F238E27FC236}">
                  <a16:creationId xmlns:a16="http://schemas.microsoft.com/office/drawing/2014/main" id="{3BE00D50-8FCE-4E11-AA24-10B621732F20}"/>
                </a:ext>
              </a:extLst>
            </p:cNvPr>
            <p:cNvSpPr>
              <a:spLocks noChangeAspect="1"/>
            </p:cNvSpPr>
            <p:nvPr>
              <p:custDataLst>
                <p:tags r:id="rId5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58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37435" y="634373"/>
                  </a:moveTo>
                  <a:arcTo wR="317500" hR="317500" stAng="5184000" swAng="1101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80" name="Harvey 50/100 [50]">
              <a:extLst>
                <a:ext uri="{FF2B5EF4-FFF2-40B4-BE49-F238E27FC236}">
                  <a16:creationId xmlns:a16="http://schemas.microsoft.com/office/drawing/2014/main" id="{97083993-8BFD-443F-A3A3-D28EF389CE2B}"/>
                </a:ext>
              </a:extLst>
            </p:cNvPr>
            <p:cNvSpPr>
              <a:spLocks noChangeAspect="1"/>
            </p:cNvSpPr>
            <p:nvPr>
              <p:custDataLst>
                <p:tags r:id="rId5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8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17500" y="635000"/>
                  </a:moveTo>
                  <a:arcTo wR="317500" hR="317500" stAng="5400000" swAng="108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81" name="Harvey 51/100 [51]">
              <a:extLst>
                <a:ext uri="{FF2B5EF4-FFF2-40B4-BE49-F238E27FC236}">
                  <a16:creationId xmlns:a16="http://schemas.microsoft.com/office/drawing/2014/main" id="{BDE38762-18E9-47FF-895E-325F5976ECAA}"/>
                </a:ext>
              </a:extLst>
            </p:cNvPr>
            <p:cNvSpPr>
              <a:spLocks noChangeAspect="1"/>
            </p:cNvSpPr>
            <p:nvPr>
              <p:custDataLst>
                <p:tags r:id="rId5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101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97564" y="634373"/>
                  </a:moveTo>
                  <a:arcTo wR="317500" hR="317500" stAng="5616000" swAng="1058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82" name="Harvey 52/100 [52]">
              <a:extLst>
                <a:ext uri="{FF2B5EF4-FFF2-40B4-BE49-F238E27FC236}">
                  <a16:creationId xmlns:a16="http://schemas.microsoft.com/office/drawing/2014/main" id="{785EAA21-FBCD-46DC-8430-7AB12F5A66AF}"/>
                </a:ext>
              </a:extLst>
            </p:cNvPr>
            <p:cNvSpPr>
              <a:spLocks noChangeAspect="1"/>
            </p:cNvSpPr>
            <p:nvPr>
              <p:custDataLst>
                <p:tags r:id="rId6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123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77706" y="632496"/>
                  </a:moveTo>
                  <a:arcTo wR="317500" hR="317500" stAng="5832000" swAng="10367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83" name="Harvey 53/100 [53]">
              <a:extLst>
                <a:ext uri="{FF2B5EF4-FFF2-40B4-BE49-F238E27FC236}">
                  <a16:creationId xmlns:a16="http://schemas.microsoft.com/office/drawing/2014/main" id="{858D54BA-F4A5-4C67-830E-E85FF6EE735D}"/>
                </a:ext>
              </a:extLst>
            </p:cNvPr>
            <p:cNvSpPr>
              <a:spLocks noChangeAspect="1"/>
            </p:cNvSpPr>
            <p:nvPr>
              <p:custDataLst>
                <p:tags r:id="rId6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144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58006" y="629376"/>
                  </a:moveTo>
                  <a:arcTo wR="317500" hR="317500" stAng="6048000" swAng="1015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84" name="Harvey 54/100 [54]">
              <a:extLst>
                <a:ext uri="{FF2B5EF4-FFF2-40B4-BE49-F238E27FC236}">
                  <a16:creationId xmlns:a16="http://schemas.microsoft.com/office/drawing/2014/main" id="{AC41BD7B-E1FA-4AED-B11C-E03936A672E6}"/>
                </a:ext>
              </a:extLst>
            </p:cNvPr>
            <p:cNvSpPr>
              <a:spLocks noChangeAspect="1"/>
            </p:cNvSpPr>
            <p:nvPr>
              <p:custDataLst>
                <p:tags r:id="rId6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166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38540" y="625025"/>
                  </a:moveTo>
                  <a:arcTo wR="317500" hR="317500" stAng="6264000" swAng="993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85" name="Harvey 55/100 [55]">
              <a:extLst>
                <a:ext uri="{FF2B5EF4-FFF2-40B4-BE49-F238E27FC236}">
                  <a16:creationId xmlns:a16="http://schemas.microsoft.com/office/drawing/2014/main" id="{BAF901A0-5FD1-4B29-9AF9-DB8B19412429}"/>
                </a:ext>
              </a:extLst>
            </p:cNvPr>
            <p:cNvSpPr>
              <a:spLocks noChangeAspect="1"/>
            </p:cNvSpPr>
            <p:nvPr>
              <p:custDataLst>
                <p:tags r:id="rId6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188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19387" y="619460"/>
                  </a:moveTo>
                  <a:arcTo wR="317500" hR="317500" stAng="6480000" swAng="9719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86" name="Harvey 56/100 [56]">
              <a:extLst>
                <a:ext uri="{FF2B5EF4-FFF2-40B4-BE49-F238E27FC236}">
                  <a16:creationId xmlns:a16="http://schemas.microsoft.com/office/drawing/2014/main" id="{3EFF555D-6B7F-481F-ADC2-746953BA7F97}"/>
                </a:ext>
              </a:extLst>
            </p:cNvPr>
            <p:cNvSpPr>
              <a:spLocks noChangeAspect="1"/>
            </p:cNvSpPr>
            <p:nvPr>
              <p:custDataLst>
                <p:tags r:id="rId6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209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00620" y="612704"/>
                  </a:moveTo>
                  <a:arcTo wR="317500" hR="317500" stAng="6696000" swAng="9503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87" name="Harvey 57/100 [57]">
              <a:extLst>
                <a:ext uri="{FF2B5EF4-FFF2-40B4-BE49-F238E27FC236}">
                  <a16:creationId xmlns:a16="http://schemas.microsoft.com/office/drawing/2014/main" id="{A4D3BE31-8C07-4912-AB8B-8331A665C238}"/>
                </a:ext>
              </a:extLst>
            </p:cNvPr>
            <p:cNvSpPr>
              <a:spLocks noChangeAspect="1"/>
            </p:cNvSpPr>
            <p:nvPr>
              <p:custDataLst>
                <p:tags r:id="rId6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231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82315" y="604782"/>
                  </a:moveTo>
                  <a:arcTo wR="317500" hR="317500" stAng="6911999" swAng="928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88" name="Harvey 58/100 [58]">
              <a:extLst>
                <a:ext uri="{FF2B5EF4-FFF2-40B4-BE49-F238E27FC236}">
                  <a16:creationId xmlns:a16="http://schemas.microsoft.com/office/drawing/2014/main" id="{E7B5A5D9-6DD2-4B0A-9557-7A7AF774103E}"/>
                </a:ext>
              </a:extLst>
            </p:cNvPr>
            <p:cNvSpPr>
              <a:spLocks noChangeAspect="1"/>
            </p:cNvSpPr>
            <p:nvPr>
              <p:custDataLst>
                <p:tags r:id="rId6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2527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64543" y="595727"/>
                  </a:moveTo>
                  <a:arcTo wR="317500" hR="317500" stAng="7127999" swAng="907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89" name="Harvey 59/100 [59]">
              <a:extLst>
                <a:ext uri="{FF2B5EF4-FFF2-40B4-BE49-F238E27FC236}">
                  <a16:creationId xmlns:a16="http://schemas.microsoft.com/office/drawing/2014/main" id="{88458C0E-D234-4C86-A6CC-B8CD6C445F00}"/>
                </a:ext>
              </a:extLst>
            </p:cNvPr>
            <p:cNvSpPr>
              <a:spLocks noChangeAspect="1"/>
            </p:cNvSpPr>
            <p:nvPr>
              <p:custDataLst>
                <p:tags r:id="rId6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2743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47374" y="585574"/>
                  </a:moveTo>
                  <a:arcTo wR="317500" hR="317500" stAng="7343999" swAng="885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90" name="Harvey 60/100 [60]">
              <a:extLst>
                <a:ext uri="{FF2B5EF4-FFF2-40B4-BE49-F238E27FC236}">
                  <a16:creationId xmlns:a16="http://schemas.microsoft.com/office/drawing/2014/main" id="{0924D2C6-D224-49FD-A4B8-312AFD605E78}"/>
                </a:ext>
              </a:extLst>
            </p:cNvPr>
            <p:cNvSpPr>
              <a:spLocks noChangeAspect="1"/>
            </p:cNvSpPr>
            <p:nvPr>
              <p:custDataLst>
                <p:tags r:id="rId6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296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30878" y="574362"/>
                  </a:moveTo>
                  <a:arcTo wR="317500" hR="317500" stAng="7560000" swAng="864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91" name="Harvey 61/100 [61]">
              <a:extLst>
                <a:ext uri="{FF2B5EF4-FFF2-40B4-BE49-F238E27FC236}">
                  <a16:creationId xmlns:a16="http://schemas.microsoft.com/office/drawing/2014/main" id="{F9FB23C2-D568-49AC-B8FD-0480EB019739}"/>
                </a:ext>
              </a:extLst>
            </p:cNvPr>
            <p:cNvSpPr>
              <a:spLocks noChangeAspect="1"/>
            </p:cNvSpPr>
            <p:nvPr>
              <p:custDataLst>
                <p:tags r:id="rId6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317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15117" y="562137"/>
                  </a:moveTo>
                  <a:arcTo wR="317500" hR="317500" stAng="7776000" swAng="842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92" name="Harvey 62/100 [62]">
              <a:extLst>
                <a:ext uri="{FF2B5EF4-FFF2-40B4-BE49-F238E27FC236}">
                  <a16:creationId xmlns:a16="http://schemas.microsoft.com/office/drawing/2014/main" id="{9EF3159D-F4FB-4032-BCCB-55E6ED5EEFC7}"/>
                </a:ext>
              </a:extLst>
            </p:cNvPr>
            <p:cNvSpPr>
              <a:spLocks noChangeAspect="1"/>
            </p:cNvSpPr>
            <p:nvPr>
              <p:custDataLst>
                <p:tags r:id="rId7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339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00156" y="548947"/>
                  </a:moveTo>
                  <a:arcTo wR="317500" hR="317500" stAng="7991999" swAng="820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93" name="Harvey 63/100 [63]">
              <a:extLst>
                <a:ext uri="{FF2B5EF4-FFF2-40B4-BE49-F238E27FC236}">
                  <a16:creationId xmlns:a16="http://schemas.microsoft.com/office/drawing/2014/main" id="{9362C8EA-6D15-4E0C-8AE9-B1B50EB297B8}"/>
                </a:ext>
              </a:extLst>
            </p:cNvPr>
            <p:cNvSpPr>
              <a:spLocks noChangeAspect="1"/>
            </p:cNvSpPr>
            <p:nvPr>
              <p:custDataLst>
                <p:tags r:id="rId7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360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86052" y="534843"/>
                  </a:moveTo>
                  <a:arcTo wR="317500" hR="317500" stAng="8208000" swAng="7991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94" name="Harvey 64/100 [64]">
              <a:extLst>
                <a:ext uri="{FF2B5EF4-FFF2-40B4-BE49-F238E27FC236}">
                  <a16:creationId xmlns:a16="http://schemas.microsoft.com/office/drawing/2014/main" id="{91EB375D-1444-4BE3-A696-66272A1564CD}"/>
                </a:ext>
              </a:extLst>
            </p:cNvPr>
            <p:cNvSpPr>
              <a:spLocks noChangeAspect="1"/>
            </p:cNvSpPr>
            <p:nvPr>
              <p:custDataLst>
                <p:tags r:id="rId7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382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72862" y="519882"/>
                  </a:moveTo>
                  <a:arcTo wR="317500" hR="317500" stAng="8424000" swAng="777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95" name="Harvey 65/100 [65]">
              <a:extLst>
                <a:ext uri="{FF2B5EF4-FFF2-40B4-BE49-F238E27FC236}">
                  <a16:creationId xmlns:a16="http://schemas.microsoft.com/office/drawing/2014/main" id="{9A3002B1-5D17-4BCB-9A44-B2FB4025D02F}"/>
                </a:ext>
              </a:extLst>
            </p:cNvPr>
            <p:cNvSpPr>
              <a:spLocks noChangeAspect="1"/>
            </p:cNvSpPr>
            <p:nvPr>
              <p:custDataLst>
                <p:tags r:id="rId7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404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0637" y="504121"/>
                  </a:moveTo>
                  <a:arcTo wR="317500" hR="317500" stAng="8640000" swAng="7559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96" name="Harvey 66/100 [66]">
              <a:extLst>
                <a:ext uri="{FF2B5EF4-FFF2-40B4-BE49-F238E27FC236}">
                  <a16:creationId xmlns:a16="http://schemas.microsoft.com/office/drawing/2014/main" id="{E5F2FDE4-04B2-4A45-A685-14E0C51883A5}"/>
                </a:ext>
              </a:extLst>
            </p:cNvPr>
            <p:cNvSpPr>
              <a:spLocks noChangeAspect="1"/>
            </p:cNvSpPr>
            <p:nvPr>
              <p:custDataLst>
                <p:tags r:id="rId7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425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9425" y="487625"/>
                  </a:moveTo>
                  <a:arcTo wR="317500" hR="317500" stAng="8856000" swAng="7343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97" name="Harvey 67/100 [67]">
              <a:extLst>
                <a:ext uri="{FF2B5EF4-FFF2-40B4-BE49-F238E27FC236}">
                  <a16:creationId xmlns:a16="http://schemas.microsoft.com/office/drawing/2014/main" id="{D399A169-3845-4CD5-A62C-F4586F1FAFE8}"/>
                </a:ext>
              </a:extLst>
            </p:cNvPr>
            <p:cNvSpPr>
              <a:spLocks noChangeAspect="1"/>
            </p:cNvSpPr>
            <p:nvPr>
              <p:custDataLst>
                <p:tags r:id="rId7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447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9272" y="470456"/>
                  </a:moveTo>
                  <a:arcTo wR="317500" hR="317500" stAng="9072000" swAng="7127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98" name="Harvey 68/100 [68]">
              <a:extLst>
                <a:ext uri="{FF2B5EF4-FFF2-40B4-BE49-F238E27FC236}">
                  <a16:creationId xmlns:a16="http://schemas.microsoft.com/office/drawing/2014/main" id="{E12F5173-9960-47F5-9A91-B043294E14CB}"/>
                </a:ext>
              </a:extLst>
            </p:cNvPr>
            <p:cNvSpPr>
              <a:spLocks noChangeAspect="1"/>
            </p:cNvSpPr>
            <p:nvPr>
              <p:custDataLst>
                <p:tags r:id="rId7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468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0217" y="452684"/>
                  </a:moveTo>
                  <a:arcTo wR="317500" hR="317500" stAng="9288000" swAng="6911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99" name="Harvey 69/100 [69]">
              <a:extLst>
                <a:ext uri="{FF2B5EF4-FFF2-40B4-BE49-F238E27FC236}">
                  <a16:creationId xmlns:a16="http://schemas.microsoft.com/office/drawing/2014/main" id="{DD9B9229-3D3A-4706-BEEC-04C19A30C5C3}"/>
                </a:ext>
              </a:extLst>
            </p:cNvPr>
            <p:cNvSpPr>
              <a:spLocks noChangeAspect="1"/>
            </p:cNvSpPr>
            <p:nvPr>
              <p:custDataLst>
                <p:tags r:id="rId7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4903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2295" y="434379"/>
                  </a:moveTo>
                  <a:arcTo wR="317500" hR="317500" stAng="9503999" swAng="669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100" name="Harvey 70/100 [70]">
              <a:extLst>
                <a:ext uri="{FF2B5EF4-FFF2-40B4-BE49-F238E27FC236}">
                  <a16:creationId xmlns:a16="http://schemas.microsoft.com/office/drawing/2014/main" id="{795A4CC8-0C08-491C-8D7F-95EC8E0E25B8}"/>
                </a:ext>
              </a:extLst>
            </p:cNvPr>
            <p:cNvSpPr>
              <a:spLocks noChangeAspect="1"/>
            </p:cNvSpPr>
            <p:nvPr>
              <p:custDataLst>
                <p:tags r:id="rId7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5119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5539" y="415612"/>
                  </a:moveTo>
                  <a:arcTo wR="317500" hR="317500" stAng="9719999" swAng="648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101" name="Harvey 71/100 [71]">
              <a:extLst>
                <a:ext uri="{FF2B5EF4-FFF2-40B4-BE49-F238E27FC236}">
                  <a16:creationId xmlns:a16="http://schemas.microsoft.com/office/drawing/2014/main" id="{91862A76-5FCC-4C25-9A3F-A10651AC7725}"/>
                </a:ext>
              </a:extLst>
            </p:cNvPr>
            <p:cNvSpPr>
              <a:spLocks noChangeAspect="1"/>
            </p:cNvSpPr>
            <p:nvPr>
              <p:custDataLst>
                <p:tags r:id="rId7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533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9974" y="396459"/>
                  </a:moveTo>
                  <a:arcTo wR="317500" hR="317500" stAng="9936000" swAng="626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102" name="Harvey 72/100 [72]">
              <a:extLst>
                <a:ext uri="{FF2B5EF4-FFF2-40B4-BE49-F238E27FC236}">
                  <a16:creationId xmlns:a16="http://schemas.microsoft.com/office/drawing/2014/main" id="{46969644-17D9-45C9-A88A-9A88622DCE45}"/>
                </a:ext>
              </a:extLst>
            </p:cNvPr>
            <p:cNvSpPr>
              <a:spLocks noChangeAspect="1"/>
            </p:cNvSpPr>
            <p:nvPr>
              <p:custDataLst>
                <p:tags r:id="rId8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555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623" y="376993"/>
                  </a:moveTo>
                  <a:arcTo wR="317500" hR="317500" stAng="10152000" swAng="604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103" name="Harvey 73/100 [73]">
              <a:extLst>
                <a:ext uri="{FF2B5EF4-FFF2-40B4-BE49-F238E27FC236}">
                  <a16:creationId xmlns:a16="http://schemas.microsoft.com/office/drawing/2014/main" id="{F89621F9-3ABB-450D-913E-7B467F289A9B}"/>
                </a:ext>
              </a:extLst>
            </p:cNvPr>
            <p:cNvSpPr>
              <a:spLocks noChangeAspect="1"/>
            </p:cNvSpPr>
            <p:nvPr>
              <p:custDataLst>
                <p:tags r:id="rId8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576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503" y="357293"/>
                  </a:moveTo>
                  <a:arcTo wR="317500" hR="317500" stAng="10368000" swAng="583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104" name="Harvey 74/100 [74]">
              <a:extLst>
                <a:ext uri="{FF2B5EF4-FFF2-40B4-BE49-F238E27FC236}">
                  <a16:creationId xmlns:a16="http://schemas.microsoft.com/office/drawing/2014/main" id="{89EE4B1F-E703-471D-8307-BFB9EDEDB9F7}"/>
                </a:ext>
              </a:extLst>
            </p:cNvPr>
            <p:cNvSpPr>
              <a:spLocks noChangeAspect="1"/>
            </p:cNvSpPr>
            <p:nvPr>
              <p:custDataLst>
                <p:tags r:id="rId8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5983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26" y="337435"/>
                  </a:moveTo>
                  <a:arcTo wR="317500" hR="317500" stAng="10583999" swAng="561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105" name="Harvey 75/100 [75]">
              <a:extLst>
                <a:ext uri="{FF2B5EF4-FFF2-40B4-BE49-F238E27FC236}">
                  <a16:creationId xmlns:a16="http://schemas.microsoft.com/office/drawing/2014/main" id="{8AB2EEA8-04AC-4B6C-8D90-28093DB647E6}"/>
                </a:ext>
              </a:extLst>
            </p:cNvPr>
            <p:cNvSpPr>
              <a:spLocks noChangeAspect="1"/>
            </p:cNvSpPr>
            <p:nvPr>
              <p:custDataLst>
                <p:tags r:id="rId8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2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0" y="317500"/>
                  </a:moveTo>
                  <a:arcTo wR="317500" hR="317500" stAng="10800000" swAng="54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106" name="Harvey 76/100 [76]">
              <a:extLst>
                <a:ext uri="{FF2B5EF4-FFF2-40B4-BE49-F238E27FC236}">
                  <a16:creationId xmlns:a16="http://schemas.microsoft.com/office/drawing/2014/main" id="{6F4E00F2-EA6F-4809-B2FD-4CE3ABE8C480}"/>
                </a:ext>
              </a:extLst>
            </p:cNvPr>
            <p:cNvSpPr>
              <a:spLocks noChangeAspect="1"/>
            </p:cNvSpPr>
            <p:nvPr>
              <p:custDataLst>
                <p:tags r:id="rId8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41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26" y="297564"/>
                  </a:moveTo>
                  <a:arcTo wR="317500" hR="317500" stAng="11016000" swAng="5183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107" name="Harvey 77/100 [77]">
              <a:extLst>
                <a:ext uri="{FF2B5EF4-FFF2-40B4-BE49-F238E27FC236}">
                  <a16:creationId xmlns:a16="http://schemas.microsoft.com/office/drawing/2014/main" id="{CF5CA593-7B87-4492-9B35-2255514CB496}"/>
                </a:ext>
              </a:extLst>
            </p:cNvPr>
            <p:cNvSpPr>
              <a:spLocks noChangeAspect="1"/>
            </p:cNvSpPr>
            <p:nvPr>
              <p:custDataLst>
                <p:tags r:id="rId8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63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503" y="277706"/>
                  </a:moveTo>
                  <a:arcTo wR="317500" hR="317500" stAng="11232000" swAng="496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108" name="Harvey 78/100 [78]">
              <a:extLst>
                <a:ext uri="{FF2B5EF4-FFF2-40B4-BE49-F238E27FC236}">
                  <a16:creationId xmlns:a16="http://schemas.microsoft.com/office/drawing/2014/main" id="{8C036464-458E-48D4-BAC8-84819F820C60}"/>
                </a:ext>
              </a:extLst>
            </p:cNvPr>
            <p:cNvSpPr>
              <a:spLocks noChangeAspect="1"/>
            </p:cNvSpPr>
            <p:nvPr>
              <p:custDataLst>
                <p:tags r:id="rId8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84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623" y="258006"/>
                  </a:moveTo>
                  <a:arcTo wR="317500" hR="317500" stAng="11448000" swAng="4751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109" name="Harvey 79/100 [79]">
              <a:extLst>
                <a:ext uri="{FF2B5EF4-FFF2-40B4-BE49-F238E27FC236}">
                  <a16:creationId xmlns:a16="http://schemas.microsoft.com/office/drawing/2014/main" id="{6FD5AC00-8293-447C-B728-B963DD67B1C2}"/>
                </a:ext>
              </a:extLst>
            </p:cNvPr>
            <p:cNvSpPr>
              <a:spLocks noChangeAspect="1"/>
            </p:cNvSpPr>
            <p:nvPr>
              <p:custDataLst>
                <p:tags r:id="rId8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706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9974" y="238540"/>
                  </a:moveTo>
                  <a:arcTo wR="317500" hR="317500" stAng="11664000" swAng="453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110" name="Harvey 80/100 [80]">
              <a:extLst>
                <a:ext uri="{FF2B5EF4-FFF2-40B4-BE49-F238E27FC236}">
                  <a16:creationId xmlns:a16="http://schemas.microsoft.com/office/drawing/2014/main" id="{29C0F859-BC49-430F-8C59-C0B9109E47A3}"/>
                </a:ext>
              </a:extLst>
            </p:cNvPr>
            <p:cNvSpPr>
              <a:spLocks noChangeAspect="1"/>
            </p:cNvSpPr>
            <p:nvPr>
              <p:custDataLst>
                <p:tags r:id="rId8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728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5539" y="219387"/>
                  </a:moveTo>
                  <a:arcTo wR="317500" hR="317500" stAng="11880000" swAng="4319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111" name="Harvey 81/100 [81]">
              <a:extLst>
                <a:ext uri="{FF2B5EF4-FFF2-40B4-BE49-F238E27FC236}">
                  <a16:creationId xmlns:a16="http://schemas.microsoft.com/office/drawing/2014/main" id="{F78719E3-0417-4867-B70D-21538B3AC36E}"/>
                </a:ext>
              </a:extLst>
            </p:cNvPr>
            <p:cNvSpPr>
              <a:spLocks noChangeAspect="1"/>
            </p:cNvSpPr>
            <p:nvPr>
              <p:custDataLst>
                <p:tags r:id="rId8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749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2295" y="200620"/>
                  </a:moveTo>
                  <a:arcTo wR="317500" hR="317500" stAng="12096000" swAng="4103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112" name="Harvey 82/100 [82]">
              <a:extLst>
                <a:ext uri="{FF2B5EF4-FFF2-40B4-BE49-F238E27FC236}">
                  <a16:creationId xmlns:a16="http://schemas.microsoft.com/office/drawing/2014/main" id="{9C5D0905-7412-4C75-BC20-E51105CA783D}"/>
                </a:ext>
              </a:extLst>
            </p:cNvPr>
            <p:cNvSpPr>
              <a:spLocks noChangeAspect="1"/>
            </p:cNvSpPr>
            <p:nvPr>
              <p:custDataLst>
                <p:tags r:id="rId9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771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0217" y="182315"/>
                  </a:moveTo>
                  <a:arcTo wR="317500" hR="317500" stAng="12312000" swAng="388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113" name="Harvey 83/100 [83]">
              <a:extLst>
                <a:ext uri="{FF2B5EF4-FFF2-40B4-BE49-F238E27FC236}">
                  <a16:creationId xmlns:a16="http://schemas.microsoft.com/office/drawing/2014/main" id="{96AA2E20-CC65-4632-B3D4-93E962B59D4C}"/>
                </a:ext>
              </a:extLst>
            </p:cNvPr>
            <p:cNvSpPr>
              <a:spLocks noChangeAspect="1"/>
            </p:cNvSpPr>
            <p:nvPr>
              <p:custDataLst>
                <p:tags r:id="rId9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792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9272" y="164543"/>
                  </a:moveTo>
                  <a:arcTo wR="317500" hR="317500" stAng="12528000" swAng="367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114" name="Harvey 84/100 [84]">
              <a:extLst>
                <a:ext uri="{FF2B5EF4-FFF2-40B4-BE49-F238E27FC236}">
                  <a16:creationId xmlns:a16="http://schemas.microsoft.com/office/drawing/2014/main" id="{9B4360A3-E0B2-48F7-B5A8-D24513748A82}"/>
                </a:ext>
              </a:extLst>
            </p:cNvPr>
            <p:cNvSpPr>
              <a:spLocks noChangeAspect="1"/>
            </p:cNvSpPr>
            <p:nvPr>
              <p:custDataLst>
                <p:tags r:id="rId9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814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9425" y="147374"/>
                  </a:moveTo>
                  <a:arcTo wR="317500" hR="317500" stAng="12743999" swAng="345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115" name="Harvey 85/100 [85]">
              <a:extLst>
                <a:ext uri="{FF2B5EF4-FFF2-40B4-BE49-F238E27FC236}">
                  <a16:creationId xmlns:a16="http://schemas.microsoft.com/office/drawing/2014/main" id="{D694B21E-EEA0-48FA-A35C-7B6570B3F861}"/>
                </a:ext>
              </a:extLst>
            </p:cNvPr>
            <p:cNvSpPr>
              <a:spLocks noChangeAspect="1"/>
            </p:cNvSpPr>
            <p:nvPr>
              <p:custDataLst>
                <p:tags r:id="rId9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836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0637" y="130878"/>
                  </a:moveTo>
                  <a:arcTo wR="317500" hR="317500" stAng="12960000" swAng="324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116" name="Harvey 86/100 [86]">
              <a:extLst>
                <a:ext uri="{FF2B5EF4-FFF2-40B4-BE49-F238E27FC236}">
                  <a16:creationId xmlns:a16="http://schemas.microsoft.com/office/drawing/2014/main" id="{85E1AF41-C21D-4514-B37E-CC830BC09C0A}"/>
                </a:ext>
              </a:extLst>
            </p:cNvPr>
            <p:cNvSpPr>
              <a:spLocks noChangeAspect="1"/>
            </p:cNvSpPr>
            <p:nvPr>
              <p:custDataLst>
                <p:tags r:id="rId9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857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72862" y="115117"/>
                  </a:moveTo>
                  <a:arcTo wR="317500" hR="317500" stAng="13176000" swAng="302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117" name="Harvey 87/100 [87]">
              <a:extLst>
                <a:ext uri="{FF2B5EF4-FFF2-40B4-BE49-F238E27FC236}">
                  <a16:creationId xmlns:a16="http://schemas.microsoft.com/office/drawing/2014/main" id="{E3948F2E-FD5F-4107-B122-9AC75FE0CD9E}"/>
                </a:ext>
              </a:extLst>
            </p:cNvPr>
            <p:cNvSpPr>
              <a:spLocks noChangeAspect="1"/>
            </p:cNvSpPr>
            <p:nvPr>
              <p:custDataLst>
                <p:tags r:id="rId9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879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86052" y="100156"/>
                  </a:moveTo>
                  <a:arcTo wR="317500" hR="317500" stAng="13392000" swAng="280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118" name="Harvey 88/100 [88]">
              <a:extLst>
                <a:ext uri="{FF2B5EF4-FFF2-40B4-BE49-F238E27FC236}">
                  <a16:creationId xmlns:a16="http://schemas.microsoft.com/office/drawing/2014/main" id="{744E57ED-019F-4A8B-A06E-9FB965FEBB23}"/>
                </a:ext>
              </a:extLst>
            </p:cNvPr>
            <p:cNvSpPr>
              <a:spLocks noChangeAspect="1"/>
            </p:cNvSpPr>
            <p:nvPr>
              <p:custDataLst>
                <p:tags r:id="rId9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900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00156" y="86052"/>
                  </a:moveTo>
                  <a:arcTo wR="317500" hR="317500" stAng="13608000" swAng="2591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119" name="Harvey 89/100 [89]">
              <a:extLst>
                <a:ext uri="{FF2B5EF4-FFF2-40B4-BE49-F238E27FC236}">
                  <a16:creationId xmlns:a16="http://schemas.microsoft.com/office/drawing/2014/main" id="{5567719B-31CA-4A86-801E-E0531122E504}"/>
                </a:ext>
              </a:extLst>
            </p:cNvPr>
            <p:cNvSpPr>
              <a:spLocks noChangeAspect="1"/>
            </p:cNvSpPr>
            <p:nvPr>
              <p:custDataLst>
                <p:tags r:id="rId9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922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15117" y="72862"/>
                  </a:moveTo>
                  <a:arcTo wR="317500" hR="317500" stAng="13823999" swAng="2375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120" name="Harvey 90/100 [90]">
              <a:extLst>
                <a:ext uri="{FF2B5EF4-FFF2-40B4-BE49-F238E27FC236}">
                  <a16:creationId xmlns:a16="http://schemas.microsoft.com/office/drawing/2014/main" id="{2CD4B3A1-B882-43A6-A4CA-C9FCA394B28B}"/>
                </a:ext>
              </a:extLst>
            </p:cNvPr>
            <p:cNvSpPr>
              <a:spLocks noChangeAspect="1"/>
            </p:cNvSpPr>
            <p:nvPr>
              <p:custDataLst>
                <p:tags r:id="rId9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944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30878" y="60637"/>
                  </a:moveTo>
                  <a:arcTo wR="317500" hR="317500" stAng="14040000" swAng="2159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121" name="Harvey 91/100 [91]">
              <a:extLst>
                <a:ext uri="{FF2B5EF4-FFF2-40B4-BE49-F238E27FC236}">
                  <a16:creationId xmlns:a16="http://schemas.microsoft.com/office/drawing/2014/main" id="{68606D93-5175-4900-AD89-6D0710AFE75F}"/>
                </a:ext>
              </a:extLst>
            </p:cNvPr>
            <p:cNvSpPr>
              <a:spLocks noChangeAspect="1"/>
            </p:cNvSpPr>
            <p:nvPr>
              <p:custDataLst>
                <p:tags r:id="rId9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965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47374" y="49425"/>
                  </a:moveTo>
                  <a:arcTo wR="317500" hR="317500" stAng="14256000" swAng="1943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122" name="Harvey 92/100 [92]">
              <a:extLst>
                <a:ext uri="{FF2B5EF4-FFF2-40B4-BE49-F238E27FC236}">
                  <a16:creationId xmlns:a16="http://schemas.microsoft.com/office/drawing/2014/main" id="{7EE30864-DDCC-4BBA-B70A-48810E224581}"/>
                </a:ext>
              </a:extLst>
            </p:cNvPr>
            <p:cNvSpPr>
              <a:spLocks noChangeAspect="1"/>
            </p:cNvSpPr>
            <p:nvPr>
              <p:custDataLst>
                <p:tags r:id="rId10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987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64543" y="39272"/>
                  </a:moveTo>
                  <a:arcTo wR="317500" hR="317500" stAng="14472000" swAng="1727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123" name="Harvey 93/100 [93]">
              <a:extLst>
                <a:ext uri="{FF2B5EF4-FFF2-40B4-BE49-F238E27FC236}">
                  <a16:creationId xmlns:a16="http://schemas.microsoft.com/office/drawing/2014/main" id="{608CA488-A707-4C7A-9287-9DA9A38ED3D4}"/>
                </a:ext>
              </a:extLst>
            </p:cNvPr>
            <p:cNvSpPr>
              <a:spLocks noChangeAspect="1"/>
            </p:cNvSpPr>
            <p:nvPr>
              <p:custDataLst>
                <p:tags r:id="rId10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008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82315" y="30217"/>
                  </a:moveTo>
                  <a:arcTo wR="317500" hR="317500" stAng="14688000" swAng="1511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124" name="Harvey 94/100 [94]">
              <a:extLst>
                <a:ext uri="{FF2B5EF4-FFF2-40B4-BE49-F238E27FC236}">
                  <a16:creationId xmlns:a16="http://schemas.microsoft.com/office/drawing/2014/main" id="{FE1836A9-F92A-4F07-BBB8-2274E290E952}"/>
                </a:ext>
              </a:extLst>
            </p:cNvPr>
            <p:cNvSpPr>
              <a:spLocks noChangeAspect="1"/>
            </p:cNvSpPr>
            <p:nvPr>
              <p:custDataLst>
                <p:tags r:id="rId10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030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00620" y="22295"/>
                  </a:moveTo>
                  <a:arcTo wR="317500" hR="317500" stAng="14903999" swAng="129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125" name="Harvey 95/100 [95]">
              <a:extLst>
                <a:ext uri="{FF2B5EF4-FFF2-40B4-BE49-F238E27FC236}">
                  <a16:creationId xmlns:a16="http://schemas.microsoft.com/office/drawing/2014/main" id="{3169BE73-7F99-46E3-BDA9-D9BB85BE343E}"/>
                </a:ext>
              </a:extLst>
            </p:cNvPr>
            <p:cNvSpPr>
              <a:spLocks noChangeAspect="1"/>
            </p:cNvSpPr>
            <p:nvPr>
              <p:custDataLst>
                <p:tags r:id="rId10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052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19387" y="15539"/>
                  </a:moveTo>
                  <a:arcTo wR="317500" hR="317500" stAng="15120000" swAng="108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126" name="Harvey 96/100 [96]">
              <a:extLst>
                <a:ext uri="{FF2B5EF4-FFF2-40B4-BE49-F238E27FC236}">
                  <a16:creationId xmlns:a16="http://schemas.microsoft.com/office/drawing/2014/main" id="{12E3B5ED-B1AB-4A99-BD20-FF638135BE37}"/>
                </a:ext>
              </a:extLst>
            </p:cNvPr>
            <p:cNvSpPr>
              <a:spLocks noChangeAspect="1"/>
            </p:cNvSpPr>
            <p:nvPr>
              <p:custDataLst>
                <p:tags r:id="rId10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0735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38540" y="9974"/>
                  </a:moveTo>
                  <a:arcTo wR="317500" hR="317500" stAng="15335999" swAng="86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127" name="Harvey 97/100 [97]">
              <a:extLst>
                <a:ext uri="{FF2B5EF4-FFF2-40B4-BE49-F238E27FC236}">
                  <a16:creationId xmlns:a16="http://schemas.microsoft.com/office/drawing/2014/main" id="{75A7FEAD-6C4B-4F7A-BB60-3A68D96114DE}"/>
                </a:ext>
              </a:extLst>
            </p:cNvPr>
            <p:cNvSpPr>
              <a:spLocks noChangeAspect="1"/>
            </p:cNvSpPr>
            <p:nvPr>
              <p:custDataLst>
                <p:tags r:id="rId10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095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58006" y="5623"/>
                  </a:moveTo>
                  <a:arcTo wR="317500" hR="317500" stAng="15552000" swAng="64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128" name="Harvey 98/100 [98]">
              <a:extLst>
                <a:ext uri="{FF2B5EF4-FFF2-40B4-BE49-F238E27FC236}">
                  <a16:creationId xmlns:a16="http://schemas.microsoft.com/office/drawing/2014/main" id="{C4B5128E-9380-4C38-A1EB-CB12E7401609}"/>
                </a:ext>
              </a:extLst>
            </p:cNvPr>
            <p:cNvSpPr>
              <a:spLocks noChangeAspect="1"/>
            </p:cNvSpPr>
            <p:nvPr>
              <p:custDataLst>
                <p:tags r:id="rId10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16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77706" y="2503"/>
                  </a:moveTo>
                  <a:arcTo wR="317500" hR="317500" stAng="15768000" swAng="43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129" name="Harvey 99/100 [99]">
              <a:extLst>
                <a:ext uri="{FF2B5EF4-FFF2-40B4-BE49-F238E27FC236}">
                  <a16:creationId xmlns:a16="http://schemas.microsoft.com/office/drawing/2014/main" id="{50F634E4-E5B9-4DA6-9F91-8AF5B6ACF1FB}"/>
                </a:ext>
              </a:extLst>
            </p:cNvPr>
            <p:cNvSpPr>
              <a:spLocks noChangeAspect="1"/>
            </p:cNvSpPr>
            <p:nvPr>
              <p:custDataLst>
                <p:tags r:id="rId10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38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97564" y="626"/>
                  </a:moveTo>
                  <a:arcTo wR="317500" hR="317500" stAng="15983999" swAng="21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  <p:sp>
          <p:nvSpPr>
            <p:cNvPr id="130" name="Harvey 100/100 [100]">
              <a:extLst>
                <a:ext uri="{FF2B5EF4-FFF2-40B4-BE49-F238E27FC236}">
                  <a16:creationId xmlns:a16="http://schemas.microsoft.com/office/drawing/2014/main" id="{94AA53CD-8233-470E-AFEE-0BCC721BFAE9}"/>
                </a:ext>
              </a:extLst>
            </p:cNvPr>
            <p:cNvSpPr>
              <a:spLocks noChangeAspect="1"/>
            </p:cNvSpPr>
            <p:nvPr>
              <p:custDataLst>
                <p:tags r:id="rId10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00"/>
                  <a:close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b="0" i="0">
                <a:latin typeface="Arial" panose="020B0604020202020204" pitchFamily="34" charset="0"/>
              </a:endParaRPr>
            </a:p>
          </p:txBody>
        </p:sp>
      </p:grpSp>
      <p:sp>
        <p:nvSpPr>
          <p:cNvPr id="131" name="Footnote [Placeholder]" hidden="1">
            <a:extLst>
              <a:ext uri="{FF2B5EF4-FFF2-40B4-BE49-F238E27FC236}">
                <a16:creationId xmlns:a16="http://schemas.microsoft.com/office/drawing/2014/main" id="{1B41FB17-6D57-4EE1-9C4C-9C305D5D6BEC}"/>
              </a:ext>
            </a:extLst>
          </p:cNvPr>
          <p:cNvSpPr txBox="1"/>
          <p:nvPr userDrawn="1"/>
        </p:nvSpPr>
        <p:spPr>
          <a:xfrm>
            <a:off x="503238" y="5984668"/>
            <a:ext cx="1018820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900" b="0" i="0" kern="0">
                <a:latin typeface="Arial" panose="020B0604020202020204" pitchFamily="34" charset="0"/>
                <a:ea typeface="Arial Unicode MS" pitchFamily="34" charset="-128"/>
                <a:cs typeface="Arial Unicode MS" pitchFamily="34" charset="-128"/>
              </a:rPr>
              <a:t>(r) Footnote</a:t>
            </a:r>
          </a:p>
        </p:txBody>
      </p:sp>
      <p:sp>
        <p:nvSpPr>
          <p:cNvPr id="132" name="Responsible [Sticker]" hidden="1">
            <a:extLst>
              <a:ext uri="{FF2B5EF4-FFF2-40B4-BE49-F238E27FC236}">
                <a16:creationId xmlns:a16="http://schemas.microsoft.com/office/drawing/2014/main" id="{3CB674C2-91C9-46E6-8AB4-E90ABF1CAFE0}"/>
              </a:ext>
            </a:extLst>
          </p:cNvPr>
          <p:cNvSpPr>
            <a:spLocks/>
          </p:cNvSpPr>
          <p:nvPr userDrawn="1"/>
        </p:nvSpPr>
        <p:spPr>
          <a:xfrm>
            <a:off x="10071105" y="896931"/>
            <a:ext cx="2124070" cy="59540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9050" cap="flat" cmpd="sng" algn="ctr">
            <a:noFill/>
            <a:prstDash val="solid"/>
          </a:ln>
          <a:effectLst/>
        </p:spPr>
        <p:txBody>
          <a:bodyPr lIns="322318" tIns="46556" rIns="89533" bIns="46556" rtlCol="0" anchor="t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95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Responsible: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95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Name Lastname</a:t>
            </a:r>
          </a:p>
        </p:txBody>
      </p:sp>
      <p:sp>
        <p:nvSpPr>
          <p:cNvPr id="133" name="Discussion [Sticker]" hidden="1">
            <a:extLst>
              <a:ext uri="{FF2B5EF4-FFF2-40B4-BE49-F238E27FC236}">
                <a16:creationId xmlns:a16="http://schemas.microsoft.com/office/drawing/2014/main" id="{7C793D27-9296-461C-878D-BA16CBD91587}"/>
              </a:ext>
            </a:extLst>
          </p:cNvPr>
          <p:cNvSpPr>
            <a:spLocks/>
          </p:cNvSpPr>
          <p:nvPr userDrawn="1"/>
        </p:nvSpPr>
        <p:spPr>
          <a:xfrm>
            <a:off x="10071105" y="896921"/>
            <a:ext cx="2124070" cy="29564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9050" cap="flat" cmpd="sng" algn="ctr">
            <a:noFill/>
            <a:prstDash val="solid"/>
          </a:ln>
          <a:effectLst/>
        </p:spPr>
        <p:txBody>
          <a:bodyPr lIns="322318" tIns="46556" rIns="89533" bIns="46556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95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Roboto Medium" panose="02000000000000000000" pitchFamily="2" charset="0"/>
                <a:cs typeface="+mn-cs"/>
              </a:rPr>
              <a:t>For discussion</a:t>
            </a:r>
          </a:p>
        </p:txBody>
      </p:sp>
      <p:sp>
        <p:nvSpPr>
          <p:cNvPr id="134" name="Internal [Sticker]" hidden="1">
            <a:extLst>
              <a:ext uri="{FF2B5EF4-FFF2-40B4-BE49-F238E27FC236}">
                <a16:creationId xmlns:a16="http://schemas.microsoft.com/office/drawing/2014/main" id="{704CE42F-5A9B-4CC0-8048-99928A53C0C4}"/>
              </a:ext>
            </a:extLst>
          </p:cNvPr>
          <p:cNvSpPr>
            <a:spLocks/>
          </p:cNvSpPr>
          <p:nvPr userDrawn="1"/>
        </p:nvSpPr>
        <p:spPr>
          <a:xfrm>
            <a:off x="10071105" y="896921"/>
            <a:ext cx="2124070" cy="29564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9050" cap="flat" cmpd="sng" algn="ctr">
            <a:noFill/>
            <a:prstDash val="solid"/>
          </a:ln>
          <a:effectLst/>
        </p:spPr>
        <p:txBody>
          <a:bodyPr lIns="322318" tIns="46556" rIns="89533" bIns="46556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95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Internal use only</a:t>
            </a:r>
          </a:p>
        </p:txBody>
      </p:sp>
      <p:sp>
        <p:nvSpPr>
          <p:cNvPr id="135" name="Final [Sticker]" hidden="1">
            <a:extLst>
              <a:ext uri="{FF2B5EF4-FFF2-40B4-BE49-F238E27FC236}">
                <a16:creationId xmlns:a16="http://schemas.microsoft.com/office/drawing/2014/main" id="{348603E9-9858-4213-9B5B-929AD136906A}"/>
              </a:ext>
            </a:extLst>
          </p:cNvPr>
          <p:cNvSpPr>
            <a:spLocks/>
          </p:cNvSpPr>
          <p:nvPr userDrawn="1"/>
        </p:nvSpPr>
        <p:spPr>
          <a:xfrm>
            <a:off x="10071105" y="896921"/>
            <a:ext cx="2124070" cy="29564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9050" cap="flat" cmpd="sng" algn="ctr">
            <a:noFill/>
            <a:prstDash val="solid"/>
          </a:ln>
          <a:effectLst/>
        </p:spPr>
        <p:txBody>
          <a:bodyPr lIns="322318" tIns="46556" rIns="89533" bIns="46556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95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Final slide</a:t>
            </a:r>
          </a:p>
        </p:txBody>
      </p:sp>
      <p:sp>
        <p:nvSpPr>
          <p:cNvPr id="136" name="Backup [Sticker]" hidden="1">
            <a:extLst>
              <a:ext uri="{FF2B5EF4-FFF2-40B4-BE49-F238E27FC236}">
                <a16:creationId xmlns:a16="http://schemas.microsoft.com/office/drawing/2014/main" id="{7EEB833A-9AFC-4A66-8469-9D3897CE1E66}"/>
              </a:ext>
            </a:extLst>
          </p:cNvPr>
          <p:cNvSpPr>
            <a:spLocks/>
          </p:cNvSpPr>
          <p:nvPr userDrawn="1"/>
        </p:nvSpPr>
        <p:spPr>
          <a:xfrm>
            <a:off x="10071105" y="896921"/>
            <a:ext cx="2124070" cy="29564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9050" cap="flat" cmpd="sng" algn="ctr">
            <a:noFill/>
            <a:prstDash val="solid"/>
          </a:ln>
          <a:effectLst/>
        </p:spPr>
        <p:txBody>
          <a:bodyPr lIns="322318" tIns="46556" rIns="89533" bIns="46556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95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Backup</a:t>
            </a:r>
          </a:p>
        </p:txBody>
      </p:sp>
      <p:sp>
        <p:nvSpPr>
          <p:cNvPr id="137" name="Update [Sticker]" hidden="1">
            <a:extLst>
              <a:ext uri="{FF2B5EF4-FFF2-40B4-BE49-F238E27FC236}">
                <a16:creationId xmlns:a16="http://schemas.microsoft.com/office/drawing/2014/main" id="{D41FF937-AB04-46EE-82EF-FCE26A919A7B}"/>
              </a:ext>
            </a:extLst>
          </p:cNvPr>
          <p:cNvSpPr>
            <a:spLocks/>
          </p:cNvSpPr>
          <p:nvPr userDrawn="1"/>
        </p:nvSpPr>
        <p:spPr>
          <a:xfrm>
            <a:off x="10071105" y="896921"/>
            <a:ext cx="2124070" cy="29564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9050" cap="flat" cmpd="sng" algn="ctr">
            <a:noFill/>
            <a:prstDash val="solid"/>
          </a:ln>
          <a:effectLst/>
        </p:spPr>
        <p:txBody>
          <a:bodyPr lIns="322318" tIns="46556" rIns="89533" bIns="46556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95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Update data</a:t>
            </a:r>
          </a:p>
        </p:txBody>
      </p:sp>
      <p:sp>
        <p:nvSpPr>
          <p:cNvPr id="138" name="Dummy [Sticker]" hidden="1">
            <a:extLst>
              <a:ext uri="{FF2B5EF4-FFF2-40B4-BE49-F238E27FC236}">
                <a16:creationId xmlns:a16="http://schemas.microsoft.com/office/drawing/2014/main" id="{06C5579C-7A02-48D6-A733-4B9E6D9F1443}"/>
              </a:ext>
            </a:extLst>
          </p:cNvPr>
          <p:cNvSpPr>
            <a:spLocks/>
          </p:cNvSpPr>
          <p:nvPr userDrawn="1"/>
        </p:nvSpPr>
        <p:spPr>
          <a:xfrm>
            <a:off x="10071105" y="896920"/>
            <a:ext cx="2124070" cy="29564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9050" cap="flat" cmpd="sng" algn="ctr">
            <a:noFill/>
            <a:prstDash val="solid"/>
          </a:ln>
          <a:effectLst/>
        </p:spPr>
        <p:txBody>
          <a:bodyPr lIns="322318" tIns="46556" rIns="89533" bIns="46556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95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</a:rPr>
              <a:t>Dummy data</a:t>
            </a:r>
          </a:p>
        </p:txBody>
      </p:sp>
      <p:sp>
        <p:nvSpPr>
          <p:cNvPr id="139" name="Formatting [Comment]" hidden="1">
            <a:extLst>
              <a:ext uri="{FF2B5EF4-FFF2-40B4-BE49-F238E27FC236}">
                <a16:creationId xmlns:a16="http://schemas.microsoft.com/office/drawing/2014/main" id="{89EB4C18-DFF3-4A27-ACBB-99DCDC8961A8}"/>
              </a:ext>
            </a:extLst>
          </p:cNvPr>
          <p:cNvSpPr>
            <a:spLocks/>
          </p:cNvSpPr>
          <p:nvPr userDrawn="1"/>
        </p:nvSpPr>
        <p:spPr>
          <a:xfrm>
            <a:off x="9483344" y="1097679"/>
            <a:ext cx="2479101" cy="1277432"/>
          </a:xfrm>
          <a:prstGeom prst="wedgeRectCallout">
            <a:avLst/>
          </a:prstGeom>
          <a:solidFill>
            <a:srgbClr val="FFFF00"/>
          </a:solidFill>
          <a:ln w="12700" cap="flat" cmpd="sng" algn="ctr">
            <a:solidFill>
              <a:srgbClr val="000000"/>
            </a:solidFill>
            <a:prstDash val="solid"/>
            <a:miter lim="800000"/>
          </a:ln>
          <a:effectLst/>
        </p:spPr>
        <p:txBody>
          <a:bodyPr lIns="143252" tIns="143252" rIns="143252" bIns="143252" rtlCol="0" anchor="t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Arial" panose="020B0604020202020204" pitchFamily="34" charset="0"/>
              </a:rPr>
              <a:t>&lt;initials&gt; &lt;date&gt;</a:t>
            </a:r>
            <a:r>
              <a:rPr kumimoji="0" lang="en-US" sz="1200" b="0" i="0" u="none" strike="noStrike" kern="0" cap="none" spc="0" normalizeH="0" baseline="0" noProof="0" err="1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Arial" panose="020B0604020202020204" pitchFamily="34" charset="0"/>
              </a:rPr>
              <a:t>yyyy</a:t>
            </a: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Arial" panose="020B0604020202020204" pitchFamily="34" charset="0"/>
              </a:rPr>
              <a:t>-MM-dd </a:t>
            </a:r>
            <a:r>
              <a:rPr kumimoji="0" lang="en-US" sz="1200" b="0" i="0" u="none" strike="noStrike" kern="0" cap="none" spc="0" normalizeH="0" baseline="0" noProof="0" err="1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Arial" panose="020B0604020202020204" pitchFamily="34" charset="0"/>
              </a:rPr>
              <a:t>hh:mm</a:t>
            </a: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Arial" panose="020B0604020202020204" pitchFamily="34" charset="0"/>
              </a:rPr>
              <a:t>&lt;/date&gt;: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0A0A0A"/>
              </a:solidFill>
              <a:effectLst/>
              <a:uLnTx/>
              <a:uFillTx/>
              <a:latin typeface="Arial" panose="020B0604020202020204" pitchFamily="34" charset="0"/>
            </a:endParaRPr>
          </a:p>
        </p:txBody>
      </p:sp>
      <p:sp>
        <p:nvSpPr>
          <p:cNvPr id="140" name="Content [Comment]" hidden="1">
            <a:extLst>
              <a:ext uri="{FF2B5EF4-FFF2-40B4-BE49-F238E27FC236}">
                <a16:creationId xmlns:a16="http://schemas.microsoft.com/office/drawing/2014/main" id="{906252E7-98DB-45F0-8278-EB60F71B7340}"/>
              </a:ext>
            </a:extLst>
          </p:cNvPr>
          <p:cNvSpPr>
            <a:spLocks/>
          </p:cNvSpPr>
          <p:nvPr userDrawn="1"/>
        </p:nvSpPr>
        <p:spPr>
          <a:xfrm>
            <a:off x="9483344" y="1097671"/>
            <a:ext cx="2479101" cy="1277440"/>
          </a:xfrm>
          <a:prstGeom prst="wedgeRectCallout">
            <a:avLst/>
          </a:prstGeom>
          <a:solidFill>
            <a:srgbClr val="FFFF00"/>
          </a:solidFill>
          <a:ln w="12700" cap="flat" cmpd="sng" algn="ctr">
            <a:solidFill>
              <a:srgbClr val="000000"/>
            </a:solidFill>
            <a:prstDash val="solid"/>
            <a:miter lim="800000"/>
          </a:ln>
          <a:effectLst/>
        </p:spPr>
        <p:txBody>
          <a:bodyPr lIns="143252" tIns="143252" rIns="143252" bIns="143252" rtlCol="0" anchor="t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Arial" panose="020B0604020202020204" pitchFamily="34" charset="0"/>
              </a:rPr>
              <a:t>&lt;initials&gt; &lt;date&gt;</a:t>
            </a:r>
            <a:r>
              <a:rPr kumimoji="0" lang="en-US" sz="1200" b="0" i="0" u="none" strike="noStrike" kern="0" cap="none" spc="0" normalizeH="0" baseline="0" noProof="0" err="1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Arial" panose="020B0604020202020204" pitchFamily="34" charset="0"/>
              </a:rPr>
              <a:t>yyyy</a:t>
            </a: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Arial" panose="020B0604020202020204" pitchFamily="34" charset="0"/>
              </a:rPr>
              <a:t>-MM-dd </a:t>
            </a:r>
            <a:r>
              <a:rPr kumimoji="0" lang="en-US" sz="1200" b="0" i="0" u="none" strike="noStrike" kern="0" cap="none" spc="0" normalizeH="0" baseline="0" noProof="0" err="1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Arial" panose="020B0604020202020204" pitchFamily="34" charset="0"/>
              </a:rPr>
              <a:t>hh:mm</a:t>
            </a: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Arial" panose="020B0604020202020204" pitchFamily="34" charset="0"/>
              </a:rPr>
              <a:t>&lt;/date&gt;: </a:t>
            </a:r>
          </a:p>
        </p:txBody>
      </p:sp>
      <p:sp>
        <p:nvSpPr>
          <p:cNvPr id="141" name="Draft [Sticker]" hidden="1">
            <a:extLst>
              <a:ext uri="{FF2B5EF4-FFF2-40B4-BE49-F238E27FC236}">
                <a16:creationId xmlns:a16="http://schemas.microsoft.com/office/drawing/2014/main" id="{904633E3-6BC9-4C5E-B74A-8B9D4AE95B20}"/>
              </a:ext>
            </a:extLst>
          </p:cNvPr>
          <p:cNvSpPr/>
          <p:nvPr userDrawn="1"/>
        </p:nvSpPr>
        <p:spPr bwMode="gray">
          <a:xfrm rot="18900000">
            <a:off x="2916643" y="2819462"/>
            <a:ext cx="6361889" cy="1219077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US" sz="8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anose="020B0604020202020204" pitchFamily="34" charset="0"/>
                <a:ea typeface="Arial Unicode MS" pitchFamily="34" charset="-128"/>
                <a:cs typeface="Arial Unicode MS" pitchFamily="34" charset="-128"/>
              </a:rPr>
              <a:t>DRAFT</a:t>
            </a:r>
          </a:p>
        </p:txBody>
      </p:sp>
      <p:sp>
        <p:nvSpPr>
          <p:cNvPr id="5" name="Classification">
            <a:extLst>
              <a:ext uri="{FF2B5EF4-FFF2-40B4-BE49-F238E27FC236}">
                <a16:creationId xmlns:a16="http://schemas.microsoft.com/office/drawing/2014/main" id="{538AC6A6-8096-C500-D20C-472977B6EBF4}"/>
              </a:ext>
            </a:extLst>
          </p:cNvPr>
          <p:cNvSpPr txBox="1"/>
          <p:nvPr userDrawn="1"/>
        </p:nvSpPr>
        <p:spPr bwMode="black">
          <a:xfrm>
            <a:off x="2814655" y="6559834"/>
            <a:ext cx="278923" cy="9233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algn="l" defTabSz="1088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Arial" pitchFamily="34" charset="0"/>
              <a:buNone/>
              <a:tabLst/>
              <a:defRPr/>
            </a:pPr>
            <a:r>
              <a:rPr kumimoji="0" lang="en-US" sz="600" b="0" i="0" u="none" kern="0" baseline="0" dirty="0">
                <a:solidFill>
                  <a:schemeClr val="tx1"/>
                </a:solidFill>
                <a:latin typeface="Arial"/>
                <a:ea typeface="Arial Unicode MS"/>
                <a:cs typeface="Arial Unicode MS" pitchFamily="34" charset="-128"/>
                <a:sym typeface="Arial"/>
              </a:rPr>
              <a:t>PUBLIC</a:t>
            </a:r>
          </a:p>
        </p:txBody>
      </p:sp>
      <p:sp>
        <p:nvSpPr>
          <p:cNvPr id="143" name="Copyright">
            <a:extLst>
              <a:ext uri="{FF2B5EF4-FFF2-40B4-BE49-F238E27FC236}">
                <a16:creationId xmlns:a16="http://schemas.microsoft.com/office/drawing/2014/main" id="{BBB34108-8051-BBD0-CB56-7D794A467AEF}"/>
              </a:ext>
            </a:extLst>
          </p:cNvPr>
          <p:cNvSpPr txBox="1"/>
          <p:nvPr userDrawn="1"/>
        </p:nvSpPr>
        <p:spPr bwMode="black">
          <a:xfrm>
            <a:off x="504001" y="6559834"/>
            <a:ext cx="2269679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84121" marR="0" indent="-84121" algn="l" defTabSz="1088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Arial" pitchFamily="34" charset="0"/>
              <a:buChar char="©"/>
              <a:tabLst/>
              <a:defRPr/>
            </a:pPr>
            <a:r>
              <a:rPr lang="en-US" sz="600" noProof="0" dirty="0">
                <a:solidFill>
                  <a:schemeClr val="tx1"/>
                </a:solidFill>
              </a:rPr>
              <a:t>2025 SAP SE or an SAP affiliate company. All rights reserved.  </a:t>
            </a:r>
            <a:r>
              <a:rPr kumimoji="0" lang="en-US" sz="600" b="0" i="0" u="none" kern="0" baseline="0" dirty="0" err="1">
                <a:solidFill>
                  <a:schemeClr val="tx1"/>
                </a:solidFill>
                <a:latin typeface="Arial"/>
                <a:ea typeface="Arial Unicode MS"/>
                <a:cs typeface="Arial Unicode MS" pitchFamily="34" charset="-128"/>
                <a:sym typeface="Arial"/>
              </a:rPr>
              <a:t>ǀ</a:t>
            </a:r>
            <a:endParaRPr kumimoji="0" lang="en-US" sz="600" b="0" i="0" u="none" kern="0" baseline="0" dirty="0">
              <a:solidFill>
                <a:schemeClr val="tx1"/>
              </a:solidFill>
              <a:latin typeface="Arial"/>
              <a:ea typeface="Arial Unicode MS"/>
              <a:cs typeface="Arial Unicode MS" pitchFamily="34" charset="-128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151482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6" r:id="rId1"/>
  </p:sldLayoutIdLst>
  <p:hf hdr="0" ftr="0" dt="0"/>
  <p:txStyles>
    <p:titleStyle>
      <a:lvl1pPr algn="l" defTabSz="1088558" rtl="0" eaLnBrk="1" latinLnBrk="0" hangingPunct="1">
        <a:spcBef>
          <a:spcPct val="0"/>
        </a:spcBef>
        <a:buNone/>
        <a:defRPr sz="2400" b="0" i="0" kern="1200" baseline="0">
          <a:solidFill>
            <a:schemeClr val="tx1"/>
          </a:solidFill>
          <a:latin typeface="72 Brand Medium" panose="020B0504030603020204" pitchFamily="34" charset="0"/>
          <a:ea typeface="+mj-ea"/>
          <a:cs typeface="+mj-cs"/>
        </a:defRPr>
      </a:lvl1pPr>
    </p:titleStyle>
    <p:bodyStyle>
      <a:lvl1pPr marL="0" indent="0" algn="l" defTabSz="1088558" rtl="0" eaLnBrk="1" latinLnBrk="0" hangingPunct="1">
        <a:spcBef>
          <a:spcPts val="1800"/>
        </a:spcBef>
        <a:buClrTx/>
        <a:buSzPct val="100000"/>
        <a:buFont typeface="Roboto" panose="02000000000000000000" pitchFamily="2" charset="0"/>
        <a:buChar char="​"/>
        <a:defRPr sz="2000" b="0" i="0" kern="1200">
          <a:solidFill>
            <a:schemeClr val="tx1"/>
          </a:solidFill>
          <a:latin typeface="72 Brand" panose="020B0504030603020204" pitchFamily="34" charset="0"/>
          <a:ea typeface="+mn-ea"/>
          <a:cs typeface="+mn-cs"/>
        </a:defRPr>
      </a:lvl1pPr>
      <a:lvl2pPr marL="179964" indent="-179964" algn="l" defTabSz="1088558" rtl="0" eaLnBrk="1" latinLnBrk="0" hangingPunct="1">
        <a:spcBef>
          <a:spcPts val="600"/>
        </a:spcBef>
        <a:buClr>
          <a:schemeClr val="tx1"/>
        </a:buClr>
        <a:buSzPct val="100000"/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72 Brand" panose="020B0504030603020204" pitchFamily="34" charset="0"/>
          <a:ea typeface="+mn-ea"/>
          <a:cs typeface="+mn-cs"/>
        </a:defRPr>
      </a:lvl2pPr>
      <a:lvl3pPr marL="358775" indent="-179388" algn="l" defTabSz="1088558" rtl="0" eaLnBrk="1" latinLnBrk="0" hangingPunct="1">
        <a:spcBef>
          <a:spcPts val="300"/>
        </a:spcBef>
        <a:buClr>
          <a:schemeClr val="tx1"/>
        </a:buClr>
        <a:buSzPct val="100000"/>
        <a:buFont typeface="Arial" panose="020B0604020202020204" pitchFamily="34" charset="0"/>
        <a:buChar char="–"/>
        <a:defRPr lang="en-US" sz="1800" b="0" i="0" kern="1200" noProof="0" dirty="0" smtClean="0">
          <a:solidFill>
            <a:schemeClr val="tx1"/>
          </a:solidFill>
          <a:latin typeface="72 Brand" panose="020B0504030603020204" pitchFamily="34" charset="0"/>
          <a:ea typeface="+mn-ea"/>
          <a:cs typeface="+mn-cs"/>
        </a:defRPr>
      </a:lvl3pPr>
      <a:lvl4pPr marL="539892" indent="-179964" algn="l" defTabSz="1088558" rtl="0" eaLnBrk="1" latinLnBrk="0" hangingPunct="1">
        <a:spcBef>
          <a:spcPts val="300"/>
        </a:spcBef>
        <a:buClr>
          <a:schemeClr val="tx1"/>
        </a:buClr>
        <a:buSzPct val="80000"/>
        <a:buFont typeface="Courier New" panose="02070309020205020404" pitchFamily="49" charset="0"/>
        <a:buChar char="o"/>
        <a:defRPr sz="1600" b="0" i="0" kern="1200">
          <a:solidFill>
            <a:schemeClr val="tx1"/>
          </a:solidFill>
          <a:latin typeface="72 Brand" panose="020B0504030603020204" pitchFamily="34" charset="0"/>
          <a:ea typeface="+mn-ea"/>
          <a:cs typeface="+mn-cs"/>
        </a:defRPr>
      </a:lvl4pPr>
      <a:lvl5pPr marL="719856" indent="-179964" algn="l" defTabSz="1088558" rtl="0" eaLnBrk="1" latinLnBrk="0" hangingPunct="1">
        <a:spcBef>
          <a:spcPts val="100"/>
        </a:spcBef>
        <a:buClr>
          <a:schemeClr val="tx1"/>
        </a:buClr>
        <a:buSzPct val="100000"/>
        <a:buFont typeface="Symbol" panose="05050102010706020507" pitchFamily="18" charset="2"/>
        <a:buChar char="-"/>
        <a:defRPr sz="1400" b="0" i="0" kern="1200" baseline="0">
          <a:solidFill>
            <a:schemeClr val="tx1"/>
          </a:solidFill>
          <a:latin typeface="72 Brand" panose="020B0504030603020204" pitchFamily="34" charset="0"/>
          <a:ea typeface="+mn-ea"/>
          <a:cs typeface="+mn-cs"/>
        </a:defRPr>
      </a:lvl5pPr>
      <a:lvl6pPr marL="2993535" indent="-272140" algn="l" defTabSz="1088558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537814" indent="-272140" algn="l" defTabSz="1088558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082093" indent="-272140" algn="l" defTabSz="1088558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626373" indent="-272140" algn="l" defTabSz="1088558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44279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88558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32837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77116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721396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265675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809954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354233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roup 69">
            <a:extLst>
              <a:ext uri="{FF2B5EF4-FFF2-40B4-BE49-F238E27FC236}">
                <a16:creationId xmlns:a16="http://schemas.microsoft.com/office/drawing/2014/main" id="{AFDE0D0A-AAF9-05C4-50C7-E251E74F166B}"/>
              </a:ext>
            </a:extLst>
          </p:cNvPr>
          <p:cNvGrpSpPr/>
          <p:nvPr/>
        </p:nvGrpSpPr>
        <p:grpSpPr>
          <a:xfrm>
            <a:off x="6625215" y="1465550"/>
            <a:ext cx="1008000" cy="3926900"/>
            <a:chOff x="1556575" y="1866997"/>
            <a:chExt cx="1008000" cy="39269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1EE5B0E1-E226-8EC3-537D-C46BA52DB87F}"/>
                </a:ext>
              </a:extLst>
            </p:cNvPr>
            <p:cNvSpPr/>
            <p:nvPr/>
          </p:nvSpPr>
          <p:spPr>
            <a:xfrm>
              <a:off x="1556575" y="1866997"/>
              <a:ext cx="1008000" cy="39269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r>
                <a:rPr lang="de-DE" sz="1400" b="1" noProof="1">
                  <a:latin typeface="Aptos Display" panose="020B0004020202020204" pitchFamily="34" charset="0"/>
                </a:rPr>
                <a:t>Storage</a:t>
              </a:r>
              <a:br>
                <a:rPr lang="de-DE" sz="1400" b="1" noProof="1">
                  <a:latin typeface="Aptos Display" panose="020B0004020202020204" pitchFamily="34" charset="0"/>
                </a:rPr>
              </a:br>
              <a:r>
                <a:rPr lang="de-DE" sz="1000" noProof="1">
                  <a:latin typeface="Aptos Display" panose="020B0004020202020204" pitchFamily="34" charset="0"/>
                </a:rPr>
                <a:t>cephPod</a:t>
              </a:r>
              <a:endParaRPr lang="de-DE" sz="1400" noProof="1">
                <a:latin typeface="Aptos Display" panose="020B0004020202020204" pitchFamily="34" charset="0"/>
              </a:endParaRPr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DAE5AA1F-A619-6731-2108-7552E97A7110}"/>
                </a:ext>
              </a:extLst>
            </p:cNvPr>
            <p:cNvSpPr/>
            <p:nvPr/>
          </p:nvSpPr>
          <p:spPr>
            <a:xfrm>
              <a:off x="1618023" y="2782250"/>
              <a:ext cx="885506" cy="324618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0" bIns="0" rtlCol="0" anchor="t" anchorCtr="0"/>
            <a:lstStyle/>
            <a:p>
              <a:r>
                <a:rPr lang="de-DE" sz="800" noProof="1">
                  <a:latin typeface="Aptos Display" panose="020B0004020202020204" pitchFamily="34" charset="0"/>
                </a:rPr>
                <a:t>Storage</a:t>
              </a:r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120E1539-C83D-CDA5-1AFF-69C5D9DEF845}"/>
                </a:ext>
              </a:extLst>
            </p:cNvPr>
            <p:cNvSpPr/>
            <p:nvPr/>
          </p:nvSpPr>
          <p:spPr>
            <a:xfrm>
              <a:off x="1618023" y="3161337"/>
              <a:ext cx="885506" cy="320446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0" bIns="0" rtlCol="0" anchor="t" anchorCtr="0"/>
            <a:lstStyle/>
            <a:p>
              <a:r>
                <a:rPr lang="de-DE" sz="800" noProof="1">
                  <a:latin typeface="Aptos Display" panose="020B0004020202020204" pitchFamily="34" charset="0"/>
                </a:rPr>
                <a:t>Storage</a:t>
              </a:r>
            </a:p>
            <a:p>
              <a:endParaRPr lang="de-DE" sz="800" noProof="1">
                <a:latin typeface="Aptos Display" panose="020B0004020202020204" pitchFamily="34" charset="0"/>
              </a:endParaRPr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1EDF516F-E1AA-0571-0C3A-140C6C84E3DE}"/>
                </a:ext>
              </a:extLst>
            </p:cNvPr>
            <p:cNvSpPr/>
            <p:nvPr/>
          </p:nvSpPr>
          <p:spPr>
            <a:xfrm>
              <a:off x="1618023" y="3532081"/>
              <a:ext cx="885506" cy="324618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0" bIns="0" rtlCol="0" anchor="t" anchorCtr="0"/>
            <a:lstStyle/>
            <a:p>
              <a:r>
                <a:rPr lang="de-DE" sz="800" noProof="1">
                  <a:latin typeface="Aptos Display" panose="020B0004020202020204" pitchFamily="34" charset="0"/>
                </a:rPr>
                <a:t>Storage</a:t>
              </a:r>
            </a:p>
            <a:p>
              <a:endParaRPr lang="de-DE" sz="800" noProof="1">
                <a:latin typeface="Aptos Display" panose="020B0004020202020204" pitchFamily="34" charset="0"/>
              </a:endParaRPr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0326DA97-A650-D275-AF43-1F5B15F6DDC2}"/>
                </a:ext>
              </a:extLst>
            </p:cNvPr>
            <p:cNvSpPr/>
            <p:nvPr/>
          </p:nvSpPr>
          <p:spPr>
            <a:xfrm>
              <a:off x="1618023" y="3907114"/>
              <a:ext cx="885506" cy="324618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0" bIns="0" rtlCol="0" anchor="t" anchorCtr="0"/>
            <a:lstStyle/>
            <a:p>
              <a:r>
                <a:rPr lang="de-DE" sz="800" noProof="1">
                  <a:latin typeface="Aptos Display" panose="020B0004020202020204" pitchFamily="34" charset="0"/>
                </a:rPr>
                <a:t>Storage</a:t>
              </a:r>
            </a:p>
            <a:p>
              <a:endParaRPr lang="de-DE" sz="800" noProof="1">
                <a:latin typeface="Aptos Display" panose="020B0004020202020204" pitchFamily="34" charset="0"/>
              </a:endParaRPr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13DB0A18-CF3E-82F3-9500-BEDD262F060F}"/>
                </a:ext>
              </a:extLst>
            </p:cNvPr>
            <p:cNvSpPr/>
            <p:nvPr/>
          </p:nvSpPr>
          <p:spPr>
            <a:xfrm>
              <a:off x="1618023" y="4281912"/>
              <a:ext cx="885506" cy="324618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0" bIns="0" rtlCol="0" anchor="t" anchorCtr="0"/>
            <a:lstStyle/>
            <a:p>
              <a:r>
                <a:rPr lang="de-DE" sz="800" noProof="1">
                  <a:latin typeface="Aptos Display" panose="020B0004020202020204" pitchFamily="34" charset="0"/>
                </a:rPr>
                <a:t>Storage</a:t>
              </a:r>
            </a:p>
            <a:p>
              <a:endParaRPr lang="de-DE" sz="800" noProof="1">
                <a:latin typeface="Aptos Display" panose="020B0004020202020204" pitchFamily="34" charset="0"/>
              </a:endParaRPr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ADB9228B-88F5-30C6-D699-F202A489EB12}"/>
                </a:ext>
              </a:extLst>
            </p:cNvPr>
            <p:cNvSpPr/>
            <p:nvPr/>
          </p:nvSpPr>
          <p:spPr>
            <a:xfrm>
              <a:off x="1618023" y="4656710"/>
              <a:ext cx="885506" cy="324618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0" bIns="0" rtlCol="0" anchor="t" anchorCtr="0"/>
            <a:lstStyle/>
            <a:p>
              <a:r>
                <a:rPr lang="de-DE" sz="800" noProof="1">
                  <a:latin typeface="Aptos Display" panose="020B0004020202020204" pitchFamily="34" charset="0"/>
                </a:rPr>
                <a:t>Storage</a:t>
              </a:r>
            </a:p>
            <a:p>
              <a:endParaRPr lang="de-DE" sz="800" noProof="1">
                <a:latin typeface="Aptos Display" panose="020B0004020202020204" pitchFamily="34" charset="0"/>
              </a:endParaRPr>
            </a:p>
          </p:txBody>
        </p:sp>
        <p:sp>
          <p:nvSpPr>
            <p:cNvPr id="141" name="Rectangle 140">
              <a:extLst>
                <a:ext uri="{FF2B5EF4-FFF2-40B4-BE49-F238E27FC236}">
                  <a16:creationId xmlns:a16="http://schemas.microsoft.com/office/drawing/2014/main" id="{1A27AC1F-9277-C2C8-118B-DB4427ED9F48}"/>
                </a:ext>
              </a:extLst>
            </p:cNvPr>
            <p:cNvSpPr/>
            <p:nvPr/>
          </p:nvSpPr>
          <p:spPr>
            <a:xfrm>
              <a:off x="1618023" y="2418612"/>
              <a:ext cx="885506" cy="137160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0" bIns="0" rtlCol="0" anchor="ctr" anchorCtr="0"/>
            <a:lstStyle/>
            <a:p>
              <a:r>
                <a:rPr lang="de-DE" sz="800" noProof="1">
                  <a:latin typeface="Aptos Display" panose="020B0004020202020204" pitchFamily="34" charset="0"/>
                </a:rPr>
                <a:t>Switch ToR</a:t>
              </a:r>
            </a:p>
          </p:txBody>
        </p:sp>
        <p:sp>
          <p:nvSpPr>
            <p:cNvPr id="142" name="Rectangle 141">
              <a:extLst>
                <a:ext uri="{FF2B5EF4-FFF2-40B4-BE49-F238E27FC236}">
                  <a16:creationId xmlns:a16="http://schemas.microsoft.com/office/drawing/2014/main" id="{3FE67582-E508-B728-6E91-DB8BC187A1B0}"/>
                </a:ext>
              </a:extLst>
            </p:cNvPr>
            <p:cNvSpPr/>
            <p:nvPr/>
          </p:nvSpPr>
          <p:spPr>
            <a:xfrm>
              <a:off x="1618023" y="2594791"/>
              <a:ext cx="885506" cy="137160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0" bIns="0" rtlCol="0" anchor="ctr" anchorCtr="0"/>
            <a:lstStyle/>
            <a:p>
              <a:r>
                <a:rPr lang="de-DE" sz="800" noProof="1">
                  <a:latin typeface="Aptos Display" panose="020B0004020202020204" pitchFamily="34" charset="0"/>
                </a:rPr>
                <a:t>Switch ToR</a:t>
              </a:r>
            </a:p>
          </p:txBody>
        </p:sp>
        <p:sp>
          <p:nvSpPr>
            <p:cNvPr id="143" name="Rectangle 142">
              <a:extLst>
                <a:ext uri="{FF2B5EF4-FFF2-40B4-BE49-F238E27FC236}">
                  <a16:creationId xmlns:a16="http://schemas.microsoft.com/office/drawing/2014/main" id="{E46E60C9-D386-7C21-EE0B-F13AEBC694AD}"/>
                </a:ext>
              </a:extLst>
            </p:cNvPr>
            <p:cNvSpPr/>
            <p:nvPr/>
          </p:nvSpPr>
          <p:spPr>
            <a:xfrm>
              <a:off x="1618023" y="5598286"/>
              <a:ext cx="885506" cy="137160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0" bIns="0" rtlCol="0" anchor="ctr" anchorCtr="0"/>
            <a:lstStyle/>
            <a:p>
              <a:r>
                <a:rPr lang="de-DE" sz="800" noProof="1">
                  <a:latin typeface="Aptos Display" panose="020B0004020202020204" pitchFamily="34" charset="0"/>
                </a:rPr>
                <a:t>Switch Mgmt</a:t>
              </a:r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1154A76F-45F1-6196-6CB9-F832AF032BB9}"/>
              </a:ext>
            </a:extLst>
          </p:cNvPr>
          <p:cNvGrpSpPr/>
          <p:nvPr/>
        </p:nvGrpSpPr>
        <p:grpSpPr>
          <a:xfrm>
            <a:off x="5545339" y="1465550"/>
            <a:ext cx="1008000" cy="3926900"/>
            <a:chOff x="4778018" y="1868498"/>
            <a:chExt cx="1008000" cy="3926900"/>
          </a:xfrm>
        </p:grpSpPr>
        <p:sp>
          <p:nvSpPr>
            <p:cNvPr id="221" name="Rectangle 220">
              <a:extLst>
                <a:ext uri="{FF2B5EF4-FFF2-40B4-BE49-F238E27FC236}">
                  <a16:creationId xmlns:a16="http://schemas.microsoft.com/office/drawing/2014/main" id="{B4AEA606-4082-7139-AE76-A025976A1252}"/>
                </a:ext>
              </a:extLst>
            </p:cNvPr>
            <p:cNvSpPr/>
            <p:nvPr/>
          </p:nvSpPr>
          <p:spPr>
            <a:xfrm>
              <a:off x="4778018" y="1868498"/>
              <a:ext cx="1008000" cy="39269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r>
                <a:rPr lang="de-DE" sz="1400" b="1" noProof="1">
                  <a:latin typeface="Aptos Display" panose="020B0004020202020204" pitchFamily="34" charset="0"/>
                </a:rPr>
                <a:t>Compute</a:t>
              </a:r>
              <a:br>
                <a:rPr lang="de-DE" sz="1400" b="1" noProof="1">
                  <a:latin typeface="Aptos Display" panose="020B0004020202020204" pitchFamily="34" charset="0"/>
                </a:rPr>
              </a:br>
              <a:r>
                <a:rPr lang="de-DE" sz="1000" noProof="1">
                  <a:latin typeface="Aptos Display" panose="020B0004020202020204" pitchFamily="34" charset="0"/>
                </a:rPr>
                <a:t>cPod</a:t>
              </a:r>
              <a:endParaRPr lang="de-DE" sz="1400" noProof="1">
                <a:latin typeface="Aptos Display" panose="020B0004020202020204" pitchFamily="34" charset="0"/>
              </a:endParaRPr>
            </a:p>
          </p:txBody>
        </p:sp>
        <p:sp>
          <p:nvSpPr>
            <p:cNvPr id="222" name="Rectangle 221">
              <a:extLst>
                <a:ext uri="{FF2B5EF4-FFF2-40B4-BE49-F238E27FC236}">
                  <a16:creationId xmlns:a16="http://schemas.microsoft.com/office/drawing/2014/main" id="{003D0E14-6895-6ABB-6812-7031B8446E77}"/>
                </a:ext>
              </a:extLst>
            </p:cNvPr>
            <p:cNvSpPr/>
            <p:nvPr/>
          </p:nvSpPr>
          <p:spPr>
            <a:xfrm>
              <a:off x="4835772" y="5595615"/>
              <a:ext cx="885506" cy="137160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0" bIns="0" rtlCol="0" anchor="ctr" anchorCtr="0"/>
            <a:lstStyle/>
            <a:p>
              <a:r>
                <a:rPr lang="de-DE" sz="800" noProof="1">
                  <a:latin typeface="Aptos Display" panose="020B0004020202020204" pitchFamily="34" charset="0"/>
                </a:rPr>
                <a:t>Switch Mgmt</a:t>
              </a:r>
            </a:p>
          </p:txBody>
        </p:sp>
        <p:sp>
          <p:nvSpPr>
            <p:cNvPr id="223" name="Rectangle 222">
              <a:extLst>
                <a:ext uri="{FF2B5EF4-FFF2-40B4-BE49-F238E27FC236}">
                  <a16:creationId xmlns:a16="http://schemas.microsoft.com/office/drawing/2014/main" id="{CBE3BC9D-D535-1040-7A12-C04A6EDC6DBF}"/>
                </a:ext>
              </a:extLst>
            </p:cNvPr>
            <p:cNvSpPr/>
            <p:nvPr/>
          </p:nvSpPr>
          <p:spPr>
            <a:xfrm>
              <a:off x="4835772" y="2408834"/>
              <a:ext cx="885506" cy="137160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0" bIns="0" rtlCol="0" anchor="ctr" anchorCtr="0"/>
            <a:lstStyle/>
            <a:p>
              <a:r>
                <a:rPr lang="de-DE" sz="800" noProof="1">
                  <a:latin typeface="Aptos Display" panose="020B0004020202020204" pitchFamily="34" charset="0"/>
                </a:rPr>
                <a:t>Switch ToR</a:t>
              </a:r>
            </a:p>
          </p:txBody>
        </p:sp>
        <p:sp>
          <p:nvSpPr>
            <p:cNvPr id="224" name="Rectangle 223">
              <a:extLst>
                <a:ext uri="{FF2B5EF4-FFF2-40B4-BE49-F238E27FC236}">
                  <a16:creationId xmlns:a16="http://schemas.microsoft.com/office/drawing/2014/main" id="{EA26A64D-370D-1C56-9337-B8A6989E6E56}"/>
                </a:ext>
              </a:extLst>
            </p:cNvPr>
            <p:cNvSpPr/>
            <p:nvPr/>
          </p:nvSpPr>
          <p:spPr>
            <a:xfrm>
              <a:off x="4835772" y="2596292"/>
              <a:ext cx="885506" cy="137160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0" bIns="0" rtlCol="0" anchor="ctr" anchorCtr="0"/>
            <a:lstStyle/>
            <a:p>
              <a:r>
                <a:rPr lang="de-DE" sz="800" noProof="1">
                  <a:latin typeface="Aptos Display" panose="020B0004020202020204" pitchFamily="34" charset="0"/>
                </a:rPr>
                <a:t>Switch ToR</a:t>
              </a:r>
            </a:p>
          </p:txBody>
        </p:sp>
        <p:sp>
          <p:nvSpPr>
            <p:cNvPr id="225" name="Rectangle 224">
              <a:extLst>
                <a:ext uri="{FF2B5EF4-FFF2-40B4-BE49-F238E27FC236}">
                  <a16:creationId xmlns:a16="http://schemas.microsoft.com/office/drawing/2014/main" id="{D0659FB1-F718-E12C-AA04-DFA2DB9E263E}"/>
                </a:ext>
              </a:extLst>
            </p:cNvPr>
            <p:cNvSpPr/>
            <p:nvPr/>
          </p:nvSpPr>
          <p:spPr>
            <a:xfrm>
              <a:off x="4835772" y="2783750"/>
              <a:ext cx="885506" cy="137160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0" bIns="0" rtlCol="0" anchor="ctr" anchorCtr="0"/>
            <a:lstStyle/>
            <a:p>
              <a:r>
                <a:rPr lang="de-DE" sz="800" noProof="1">
                  <a:latin typeface="Aptos Display" panose="020B0004020202020204" pitchFamily="34" charset="0"/>
                </a:rPr>
                <a:t>Compute</a:t>
              </a:r>
            </a:p>
          </p:txBody>
        </p:sp>
        <p:sp>
          <p:nvSpPr>
            <p:cNvPr id="226" name="Rectangle 225">
              <a:extLst>
                <a:ext uri="{FF2B5EF4-FFF2-40B4-BE49-F238E27FC236}">
                  <a16:creationId xmlns:a16="http://schemas.microsoft.com/office/drawing/2014/main" id="{24D716C1-DF24-ECC8-7657-6D6B1D8950AF}"/>
                </a:ext>
              </a:extLst>
            </p:cNvPr>
            <p:cNvSpPr/>
            <p:nvPr/>
          </p:nvSpPr>
          <p:spPr>
            <a:xfrm>
              <a:off x="4835772" y="3158666"/>
              <a:ext cx="885506" cy="137160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0" bIns="0" rtlCol="0" anchor="ctr" anchorCtr="0"/>
            <a:lstStyle/>
            <a:p>
              <a:r>
                <a:rPr lang="de-DE" sz="800" noProof="1">
                  <a:latin typeface="Aptos Display" panose="020B0004020202020204" pitchFamily="34" charset="0"/>
                </a:rPr>
                <a:t>Compute</a:t>
              </a:r>
            </a:p>
          </p:txBody>
        </p:sp>
        <p:sp>
          <p:nvSpPr>
            <p:cNvPr id="227" name="Rectangle 226">
              <a:extLst>
                <a:ext uri="{FF2B5EF4-FFF2-40B4-BE49-F238E27FC236}">
                  <a16:creationId xmlns:a16="http://schemas.microsoft.com/office/drawing/2014/main" id="{FE887B2D-2087-9038-220F-2F744F86BF4A}"/>
                </a:ext>
              </a:extLst>
            </p:cNvPr>
            <p:cNvSpPr/>
            <p:nvPr/>
          </p:nvSpPr>
          <p:spPr>
            <a:xfrm>
              <a:off x="4835772" y="2971208"/>
              <a:ext cx="885506" cy="137160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0" bIns="0" rtlCol="0" anchor="ctr" anchorCtr="0"/>
            <a:lstStyle/>
            <a:p>
              <a:r>
                <a:rPr lang="de-DE" sz="800" noProof="1">
                  <a:latin typeface="Aptos Display" panose="020B0004020202020204" pitchFamily="34" charset="0"/>
                </a:rPr>
                <a:t>Compute</a:t>
              </a:r>
            </a:p>
          </p:txBody>
        </p:sp>
        <p:sp>
          <p:nvSpPr>
            <p:cNvPr id="228" name="Rectangle 227">
              <a:extLst>
                <a:ext uri="{FF2B5EF4-FFF2-40B4-BE49-F238E27FC236}">
                  <a16:creationId xmlns:a16="http://schemas.microsoft.com/office/drawing/2014/main" id="{8557FE61-EDB8-36D9-F49A-14DD75D417C5}"/>
                </a:ext>
              </a:extLst>
            </p:cNvPr>
            <p:cNvSpPr/>
            <p:nvPr/>
          </p:nvSpPr>
          <p:spPr>
            <a:xfrm>
              <a:off x="4835772" y="3346124"/>
              <a:ext cx="885506" cy="137160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0" bIns="0" rtlCol="0" anchor="ctr" anchorCtr="0"/>
            <a:lstStyle/>
            <a:p>
              <a:r>
                <a:rPr lang="de-DE" sz="800" noProof="1">
                  <a:latin typeface="Aptos Display" panose="020B0004020202020204" pitchFamily="34" charset="0"/>
                </a:rPr>
                <a:t>Compute</a:t>
              </a:r>
            </a:p>
          </p:txBody>
        </p:sp>
        <p:sp>
          <p:nvSpPr>
            <p:cNvPr id="229" name="Rectangle 228">
              <a:extLst>
                <a:ext uri="{FF2B5EF4-FFF2-40B4-BE49-F238E27FC236}">
                  <a16:creationId xmlns:a16="http://schemas.microsoft.com/office/drawing/2014/main" id="{86A2F8A8-5D9E-DED0-AA4D-17429BD17EAE}"/>
                </a:ext>
              </a:extLst>
            </p:cNvPr>
            <p:cNvSpPr/>
            <p:nvPr/>
          </p:nvSpPr>
          <p:spPr>
            <a:xfrm>
              <a:off x="4835772" y="3533582"/>
              <a:ext cx="885506" cy="137160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0" bIns="0" rtlCol="0" anchor="ctr" anchorCtr="0"/>
            <a:lstStyle/>
            <a:p>
              <a:r>
                <a:rPr lang="de-DE" sz="800" noProof="1">
                  <a:latin typeface="Aptos Display" panose="020B0004020202020204" pitchFamily="34" charset="0"/>
                </a:rPr>
                <a:t>Compute</a:t>
              </a:r>
            </a:p>
          </p:txBody>
        </p:sp>
        <p:sp>
          <p:nvSpPr>
            <p:cNvPr id="230" name="Rectangle 229">
              <a:extLst>
                <a:ext uri="{FF2B5EF4-FFF2-40B4-BE49-F238E27FC236}">
                  <a16:creationId xmlns:a16="http://schemas.microsoft.com/office/drawing/2014/main" id="{C7DA31D5-6747-4252-F845-70DABBA09F4B}"/>
                </a:ext>
              </a:extLst>
            </p:cNvPr>
            <p:cNvSpPr/>
            <p:nvPr/>
          </p:nvSpPr>
          <p:spPr>
            <a:xfrm>
              <a:off x="4835772" y="3721040"/>
              <a:ext cx="885506" cy="137160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0" bIns="0" rtlCol="0" anchor="ctr" anchorCtr="0"/>
            <a:lstStyle/>
            <a:p>
              <a:r>
                <a:rPr lang="de-DE" sz="800" noProof="1">
                  <a:latin typeface="Aptos Display" panose="020B0004020202020204" pitchFamily="34" charset="0"/>
                </a:rPr>
                <a:t>Compute</a:t>
              </a:r>
            </a:p>
          </p:txBody>
        </p:sp>
        <p:sp>
          <p:nvSpPr>
            <p:cNvPr id="231" name="Rectangle 230">
              <a:extLst>
                <a:ext uri="{FF2B5EF4-FFF2-40B4-BE49-F238E27FC236}">
                  <a16:creationId xmlns:a16="http://schemas.microsoft.com/office/drawing/2014/main" id="{AFC65C93-87C2-2B17-3BCF-47CFF2A8BBD3}"/>
                </a:ext>
              </a:extLst>
            </p:cNvPr>
            <p:cNvSpPr/>
            <p:nvPr/>
          </p:nvSpPr>
          <p:spPr>
            <a:xfrm>
              <a:off x="4835772" y="3908498"/>
              <a:ext cx="885506" cy="137160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0" bIns="0" rtlCol="0" anchor="ctr" anchorCtr="0"/>
            <a:lstStyle/>
            <a:p>
              <a:r>
                <a:rPr lang="de-DE" sz="800" noProof="1">
                  <a:latin typeface="Aptos Display" panose="020B0004020202020204" pitchFamily="34" charset="0"/>
                </a:rPr>
                <a:t>Compute</a:t>
              </a:r>
            </a:p>
          </p:txBody>
        </p:sp>
        <p:sp>
          <p:nvSpPr>
            <p:cNvPr id="232" name="Rectangle 231">
              <a:extLst>
                <a:ext uri="{FF2B5EF4-FFF2-40B4-BE49-F238E27FC236}">
                  <a16:creationId xmlns:a16="http://schemas.microsoft.com/office/drawing/2014/main" id="{D12B772D-8BDF-4593-137E-D5B4705FAAD1}"/>
                </a:ext>
              </a:extLst>
            </p:cNvPr>
            <p:cNvSpPr/>
            <p:nvPr/>
          </p:nvSpPr>
          <p:spPr>
            <a:xfrm>
              <a:off x="4835772" y="4095956"/>
              <a:ext cx="885506" cy="137160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0" bIns="0" rtlCol="0" anchor="ctr" anchorCtr="0"/>
            <a:lstStyle/>
            <a:p>
              <a:r>
                <a:rPr lang="de-DE" sz="800" noProof="1">
                  <a:latin typeface="Aptos Display" panose="020B0004020202020204" pitchFamily="34" charset="0"/>
                </a:rPr>
                <a:t>Compute</a:t>
              </a:r>
            </a:p>
          </p:txBody>
        </p:sp>
        <p:sp>
          <p:nvSpPr>
            <p:cNvPr id="233" name="Rectangle 232">
              <a:extLst>
                <a:ext uri="{FF2B5EF4-FFF2-40B4-BE49-F238E27FC236}">
                  <a16:creationId xmlns:a16="http://schemas.microsoft.com/office/drawing/2014/main" id="{6BA16CA9-FE66-5978-6751-5868FC83B6D4}"/>
                </a:ext>
              </a:extLst>
            </p:cNvPr>
            <p:cNvSpPr/>
            <p:nvPr/>
          </p:nvSpPr>
          <p:spPr>
            <a:xfrm>
              <a:off x="4835772" y="4283414"/>
              <a:ext cx="885506" cy="137160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0" bIns="0" rtlCol="0" anchor="ctr" anchorCtr="0"/>
            <a:lstStyle/>
            <a:p>
              <a:r>
                <a:rPr lang="de-DE" sz="800" noProof="1">
                  <a:latin typeface="Aptos Display" panose="020B0004020202020204" pitchFamily="34" charset="0"/>
                </a:rPr>
                <a:t>Compute</a:t>
              </a:r>
            </a:p>
          </p:txBody>
        </p:sp>
        <p:sp>
          <p:nvSpPr>
            <p:cNvPr id="234" name="Rectangle 233">
              <a:extLst>
                <a:ext uri="{FF2B5EF4-FFF2-40B4-BE49-F238E27FC236}">
                  <a16:creationId xmlns:a16="http://schemas.microsoft.com/office/drawing/2014/main" id="{B8EE8160-AFDC-A5B7-0427-7F0E6B364717}"/>
                </a:ext>
              </a:extLst>
            </p:cNvPr>
            <p:cNvSpPr/>
            <p:nvPr/>
          </p:nvSpPr>
          <p:spPr>
            <a:xfrm>
              <a:off x="4835772" y="4470872"/>
              <a:ext cx="885506" cy="137160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0" bIns="0" rtlCol="0" anchor="ctr" anchorCtr="0"/>
            <a:lstStyle/>
            <a:p>
              <a:r>
                <a:rPr lang="de-DE" sz="800" noProof="1">
                  <a:latin typeface="Aptos Display" panose="020B0004020202020204" pitchFamily="34" charset="0"/>
                </a:rPr>
                <a:t>Compute</a:t>
              </a:r>
            </a:p>
          </p:txBody>
        </p:sp>
        <p:sp>
          <p:nvSpPr>
            <p:cNvPr id="235" name="Rectangle 234">
              <a:extLst>
                <a:ext uri="{FF2B5EF4-FFF2-40B4-BE49-F238E27FC236}">
                  <a16:creationId xmlns:a16="http://schemas.microsoft.com/office/drawing/2014/main" id="{F004714F-B84F-2956-9CA5-B15642629E79}"/>
                </a:ext>
              </a:extLst>
            </p:cNvPr>
            <p:cNvSpPr/>
            <p:nvPr/>
          </p:nvSpPr>
          <p:spPr>
            <a:xfrm>
              <a:off x="4835772" y="4658330"/>
              <a:ext cx="885506" cy="137160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0" bIns="0" rtlCol="0" anchor="ctr" anchorCtr="0"/>
            <a:lstStyle/>
            <a:p>
              <a:r>
                <a:rPr lang="de-DE" sz="800" noProof="1">
                  <a:latin typeface="Aptos Display" panose="020B0004020202020204" pitchFamily="34" charset="0"/>
                </a:rPr>
                <a:t>Compute</a:t>
              </a:r>
            </a:p>
          </p:txBody>
        </p:sp>
        <p:sp>
          <p:nvSpPr>
            <p:cNvPr id="236" name="Rectangle 235">
              <a:extLst>
                <a:ext uri="{FF2B5EF4-FFF2-40B4-BE49-F238E27FC236}">
                  <a16:creationId xmlns:a16="http://schemas.microsoft.com/office/drawing/2014/main" id="{4D5D6A62-849C-B94C-303C-FA038EC1A33B}"/>
                </a:ext>
              </a:extLst>
            </p:cNvPr>
            <p:cNvSpPr/>
            <p:nvPr/>
          </p:nvSpPr>
          <p:spPr>
            <a:xfrm>
              <a:off x="4835772" y="4845788"/>
              <a:ext cx="885506" cy="137160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0" bIns="0" rtlCol="0" anchor="ctr" anchorCtr="0"/>
            <a:lstStyle/>
            <a:p>
              <a:r>
                <a:rPr lang="de-DE" sz="800" noProof="1">
                  <a:latin typeface="Aptos Display" panose="020B0004020202020204" pitchFamily="34" charset="0"/>
                </a:rPr>
                <a:t>Compute</a:t>
              </a:r>
            </a:p>
          </p:txBody>
        </p:sp>
        <p:sp>
          <p:nvSpPr>
            <p:cNvPr id="237" name="Rectangle 236">
              <a:extLst>
                <a:ext uri="{FF2B5EF4-FFF2-40B4-BE49-F238E27FC236}">
                  <a16:creationId xmlns:a16="http://schemas.microsoft.com/office/drawing/2014/main" id="{FC0B4838-4BA2-AAC0-E801-D78EAAB9A697}"/>
                </a:ext>
              </a:extLst>
            </p:cNvPr>
            <p:cNvSpPr/>
            <p:nvPr/>
          </p:nvSpPr>
          <p:spPr>
            <a:xfrm>
              <a:off x="4835772" y="5033246"/>
              <a:ext cx="885506" cy="137160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0" bIns="0" rtlCol="0" anchor="ctr" anchorCtr="0"/>
            <a:lstStyle/>
            <a:p>
              <a:r>
                <a:rPr lang="de-DE" sz="800" noProof="1">
                  <a:latin typeface="Aptos Display" panose="020B0004020202020204" pitchFamily="34" charset="0"/>
                </a:rPr>
                <a:t>Compute</a:t>
              </a:r>
            </a:p>
          </p:txBody>
        </p:sp>
        <p:sp>
          <p:nvSpPr>
            <p:cNvPr id="238" name="Rectangle 237">
              <a:extLst>
                <a:ext uri="{FF2B5EF4-FFF2-40B4-BE49-F238E27FC236}">
                  <a16:creationId xmlns:a16="http://schemas.microsoft.com/office/drawing/2014/main" id="{B50818F9-6EBD-6B35-6F10-AF7308F17D01}"/>
                </a:ext>
              </a:extLst>
            </p:cNvPr>
            <p:cNvSpPr/>
            <p:nvPr/>
          </p:nvSpPr>
          <p:spPr>
            <a:xfrm>
              <a:off x="4835772" y="5220704"/>
              <a:ext cx="885506" cy="137160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0" bIns="0" rtlCol="0" anchor="ctr" anchorCtr="0"/>
            <a:lstStyle/>
            <a:p>
              <a:r>
                <a:rPr lang="de-DE" sz="800" noProof="1">
                  <a:latin typeface="Aptos Display" panose="020B0004020202020204" pitchFamily="34" charset="0"/>
                </a:rPr>
                <a:t>Compute</a:t>
              </a:r>
            </a:p>
          </p:txBody>
        </p:sp>
      </p:grpSp>
      <p:grpSp>
        <p:nvGrpSpPr>
          <p:cNvPr id="504" name="Group 503">
            <a:extLst>
              <a:ext uri="{FF2B5EF4-FFF2-40B4-BE49-F238E27FC236}">
                <a16:creationId xmlns:a16="http://schemas.microsoft.com/office/drawing/2014/main" id="{10A0361D-2C31-F1EB-D5E9-FC2625541711}"/>
              </a:ext>
            </a:extLst>
          </p:cNvPr>
          <p:cNvGrpSpPr/>
          <p:nvPr/>
        </p:nvGrpSpPr>
        <p:grpSpPr>
          <a:xfrm>
            <a:off x="2126297" y="1465550"/>
            <a:ext cx="1008000" cy="3919881"/>
            <a:chOff x="6872619" y="1864587"/>
            <a:chExt cx="1008000" cy="3919881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2764A22-534B-72B4-E0BB-60F3F0D29160}"/>
                </a:ext>
              </a:extLst>
            </p:cNvPr>
            <p:cNvSpPr/>
            <p:nvPr/>
          </p:nvSpPr>
          <p:spPr>
            <a:xfrm>
              <a:off x="6872619" y="1864587"/>
              <a:ext cx="1008000" cy="3919881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r>
                <a:rPr lang="de-DE" sz="1400" b="1" noProof="1">
                  <a:latin typeface="Aptos Display" panose="020B0004020202020204" pitchFamily="34" charset="0"/>
                </a:rPr>
                <a:t>Fabric</a:t>
              </a:r>
              <a:br>
                <a:rPr lang="de-DE" sz="1400" b="1" noProof="1">
                  <a:latin typeface="Aptos Display" panose="020B0004020202020204" pitchFamily="34" charset="0"/>
                </a:rPr>
              </a:br>
              <a:r>
                <a:rPr lang="de-DE" sz="1000" noProof="1">
                  <a:latin typeface="Aptos Display" panose="020B0004020202020204" pitchFamily="34" charset="0"/>
                </a:rPr>
                <a:t>netBB</a:t>
              </a:r>
              <a:endParaRPr lang="de-DE" sz="1400" noProof="1">
                <a:latin typeface="Aptos Display" panose="020B0004020202020204" pitchFamily="34" charset="0"/>
              </a:endParaRPr>
            </a:p>
          </p:txBody>
        </p:sp>
        <p:sp>
          <p:nvSpPr>
            <p:cNvPr id="153" name="Rectangle 152">
              <a:extLst>
                <a:ext uri="{FF2B5EF4-FFF2-40B4-BE49-F238E27FC236}">
                  <a16:creationId xmlns:a16="http://schemas.microsoft.com/office/drawing/2014/main" id="{6137FE5C-9929-1A45-C150-F1A0EAAE1F0C}"/>
                </a:ext>
              </a:extLst>
            </p:cNvPr>
            <p:cNvSpPr/>
            <p:nvPr/>
          </p:nvSpPr>
          <p:spPr>
            <a:xfrm>
              <a:off x="6933866" y="3609315"/>
              <a:ext cx="885506" cy="137160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0" bIns="0" rtlCol="0" anchor="ctr" anchorCtr="0"/>
            <a:lstStyle/>
            <a:p>
              <a:r>
                <a:rPr lang="de-DE" sz="800" noProof="1">
                  <a:latin typeface="Aptos Display" panose="020B0004020202020204" pitchFamily="34" charset="0"/>
                </a:rPr>
                <a:t>Switch Core</a:t>
              </a:r>
            </a:p>
          </p:txBody>
        </p:sp>
        <p:sp>
          <p:nvSpPr>
            <p:cNvPr id="154" name="Rectangle 153">
              <a:extLst>
                <a:ext uri="{FF2B5EF4-FFF2-40B4-BE49-F238E27FC236}">
                  <a16:creationId xmlns:a16="http://schemas.microsoft.com/office/drawing/2014/main" id="{6D190416-D95F-F9FF-752E-72C5F71579DE}"/>
                </a:ext>
              </a:extLst>
            </p:cNvPr>
            <p:cNvSpPr/>
            <p:nvPr/>
          </p:nvSpPr>
          <p:spPr>
            <a:xfrm>
              <a:off x="6933866" y="3795520"/>
              <a:ext cx="885506" cy="137160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0" bIns="0" rtlCol="0" anchor="ctr" anchorCtr="0"/>
            <a:lstStyle/>
            <a:p>
              <a:r>
                <a:rPr lang="de-DE" sz="800" noProof="1">
                  <a:latin typeface="Aptos Display" panose="020B0004020202020204" pitchFamily="34" charset="0"/>
                </a:rPr>
                <a:t>Switch Core</a:t>
              </a:r>
            </a:p>
          </p:txBody>
        </p:sp>
        <p:sp>
          <p:nvSpPr>
            <p:cNvPr id="155" name="Rectangle 154">
              <a:extLst>
                <a:ext uri="{FF2B5EF4-FFF2-40B4-BE49-F238E27FC236}">
                  <a16:creationId xmlns:a16="http://schemas.microsoft.com/office/drawing/2014/main" id="{14B07922-8986-769F-1798-B9CC751AFEAB}"/>
                </a:ext>
              </a:extLst>
            </p:cNvPr>
            <p:cNvSpPr/>
            <p:nvPr/>
          </p:nvSpPr>
          <p:spPr>
            <a:xfrm>
              <a:off x="6933866" y="2408895"/>
              <a:ext cx="885506" cy="137160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0" bIns="0" rtlCol="0" anchor="ctr" anchorCtr="0"/>
            <a:lstStyle/>
            <a:p>
              <a:r>
                <a:rPr lang="de-DE" sz="800" noProof="1">
                  <a:latin typeface="Aptos Display" panose="020B0004020202020204" pitchFamily="34" charset="0"/>
                </a:rPr>
                <a:t>Switch Spine</a:t>
              </a:r>
            </a:p>
          </p:txBody>
        </p:sp>
        <p:sp>
          <p:nvSpPr>
            <p:cNvPr id="156" name="Rectangle 155">
              <a:extLst>
                <a:ext uri="{FF2B5EF4-FFF2-40B4-BE49-F238E27FC236}">
                  <a16:creationId xmlns:a16="http://schemas.microsoft.com/office/drawing/2014/main" id="{F70FBAE6-1B9D-4F9B-35C1-DD18619E6BEB}"/>
                </a:ext>
              </a:extLst>
            </p:cNvPr>
            <p:cNvSpPr/>
            <p:nvPr/>
          </p:nvSpPr>
          <p:spPr>
            <a:xfrm>
              <a:off x="6933866" y="2595100"/>
              <a:ext cx="885506" cy="137160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0" bIns="0" rtlCol="0" anchor="ctr" anchorCtr="0"/>
            <a:lstStyle/>
            <a:p>
              <a:r>
                <a:rPr lang="de-DE" sz="800" noProof="1">
                  <a:latin typeface="Aptos Display" panose="020B0004020202020204" pitchFamily="34" charset="0"/>
                </a:rPr>
                <a:t>Switch Spine</a:t>
              </a:r>
            </a:p>
          </p:txBody>
        </p:sp>
        <p:sp>
          <p:nvSpPr>
            <p:cNvPr id="157" name="Rectangle 156">
              <a:extLst>
                <a:ext uri="{FF2B5EF4-FFF2-40B4-BE49-F238E27FC236}">
                  <a16:creationId xmlns:a16="http://schemas.microsoft.com/office/drawing/2014/main" id="{4301FE7A-485E-6B7D-3A51-68AD1BA88BED}"/>
                </a:ext>
              </a:extLst>
            </p:cNvPr>
            <p:cNvSpPr/>
            <p:nvPr/>
          </p:nvSpPr>
          <p:spPr>
            <a:xfrm>
              <a:off x="6933866" y="2781305"/>
              <a:ext cx="885506" cy="137160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0" bIns="0" rtlCol="0" anchor="ctr" anchorCtr="0"/>
            <a:lstStyle/>
            <a:p>
              <a:r>
                <a:rPr lang="de-DE" sz="800" noProof="1">
                  <a:latin typeface="Aptos Display" panose="020B0004020202020204" pitchFamily="34" charset="0"/>
                </a:rPr>
                <a:t>Switch Spine</a:t>
              </a:r>
            </a:p>
          </p:txBody>
        </p:sp>
        <p:sp>
          <p:nvSpPr>
            <p:cNvPr id="159" name="Rectangle 158">
              <a:extLst>
                <a:ext uri="{FF2B5EF4-FFF2-40B4-BE49-F238E27FC236}">
                  <a16:creationId xmlns:a16="http://schemas.microsoft.com/office/drawing/2014/main" id="{CA389B7B-72C4-015B-F885-EE3C57FEB179}"/>
                </a:ext>
              </a:extLst>
            </p:cNvPr>
            <p:cNvSpPr/>
            <p:nvPr/>
          </p:nvSpPr>
          <p:spPr>
            <a:xfrm>
              <a:off x="6933866" y="2967510"/>
              <a:ext cx="885506" cy="137160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0" bIns="0" rtlCol="0" anchor="ctr" anchorCtr="0"/>
            <a:lstStyle/>
            <a:p>
              <a:r>
                <a:rPr lang="de-DE" sz="800" noProof="1">
                  <a:latin typeface="Aptos Display" panose="020B0004020202020204" pitchFamily="34" charset="0"/>
                </a:rPr>
                <a:t>Switch Leaf</a:t>
              </a:r>
            </a:p>
          </p:txBody>
        </p:sp>
        <p:sp>
          <p:nvSpPr>
            <p:cNvPr id="160" name="Rectangle 159">
              <a:extLst>
                <a:ext uri="{FF2B5EF4-FFF2-40B4-BE49-F238E27FC236}">
                  <a16:creationId xmlns:a16="http://schemas.microsoft.com/office/drawing/2014/main" id="{4FB075C6-C815-7B9F-0AF5-A165116E0000}"/>
                </a:ext>
              </a:extLst>
            </p:cNvPr>
            <p:cNvSpPr/>
            <p:nvPr/>
          </p:nvSpPr>
          <p:spPr>
            <a:xfrm>
              <a:off x="6933866" y="3153715"/>
              <a:ext cx="885506" cy="137160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0" bIns="0" rtlCol="0" anchor="ctr" anchorCtr="0"/>
            <a:lstStyle/>
            <a:p>
              <a:r>
                <a:rPr lang="de-DE" sz="800" noProof="1">
                  <a:latin typeface="Aptos Display" panose="020B0004020202020204" pitchFamily="34" charset="0"/>
                </a:rPr>
                <a:t>Switch Leaf</a:t>
              </a:r>
            </a:p>
          </p:txBody>
        </p:sp>
        <p:sp>
          <p:nvSpPr>
            <p:cNvPr id="163" name="Rectangle 162">
              <a:extLst>
                <a:ext uri="{FF2B5EF4-FFF2-40B4-BE49-F238E27FC236}">
                  <a16:creationId xmlns:a16="http://schemas.microsoft.com/office/drawing/2014/main" id="{70F278EB-B315-631A-F4FB-EAA7A152E179}"/>
                </a:ext>
              </a:extLst>
            </p:cNvPr>
            <p:cNvSpPr/>
            <p:nvPr/>
          </p:nvSpPr>
          <p:spPr>
            <a:xfrm>
              <a:off x="6933866" y="4094572"/>
              <a:ext cx="885506" cy="137160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0" bIns="0" rtlCol="0" anchor="ctr" anchorCtr="0"/>
            <a:lstStyle/>
            <a:p>
              <a:r>
                <a:rPr lang="de-DE" sz="800" noProof="1">
                  <a:latin typeface="Aptos Display" panose="020B0004020202020204" pitchFamily="34" charset="0"/>
                </a:rPr>
                <a:t>Firewall</a:t>
              </a:r>
            </a:p>
          </p:txBody>
        </p:sp>
        <p:sp>
          <p:nvSpPr>
            <p:cNvPr id="251" name="Rectangle 250">
              <a:extLst>
                <a:ext uri="{FF2B5EF4-FFF2-40B4-BE49-F238E27FC236}">
                  <a16:creationId xmlns:a16="http://schemas.microsoft.com/office/drawing/2014/main" id="{9B69F0C9-DC1C-4EFF-2CD3-7D99D38CB885}"/>
                </a:ext>
              </a:extLst>
            </p:cNvPr>
            <p:cNvSpPr/>
            <p:nvPr/>
          </p:nvSpPr>
          <p:spPr>
            <a:xfrm>
              <a:off x="6933866" y="5597128"/>
              <a:ext cx="885506" cy="137160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0" bIns="0" rtlCol="0" anchor="ctr" anchorCtr="0"/>
            <a:lstStyle/>
            <a:p>
              <a:r>
                <a:rPr lang="de-DE" sz="800" noProof="1">
                  <a:latin typeface="Aptos Display" panose="020B0004020202020204" pitchFamily="34" charset="0"/>
                </a:rPr>
                <a:t>Switch Mgmt</a:t>
              </a:r>
            </a:p>
          </p:txBody>
        </p:sp>
        <p:sp>
          <p:nvSpPr>
            <p:cNvPr id="252" name="Rectangle 251">
              <a:extLst>
                <a:ext uri="{FF2B5EF4-FFF2-40B4-BE49-F238E27FC236}">
                  <a16:creationId xmlns:a16="http://schemas.microsoft.com/office/drawing/2014/main" id="{112AB076-08D5-F573-BC22-C262C98CCE07}"/>
                </a:ext>
              </a:extLst>
            </p:cNvPr>
            <p:cNvSpPr/>
            <p:nvPr/>
          </p:nvSpPr>
          <p:spPr>
            <a:xfrm>
              <a:off x="6933866" y="5424400"/>
              <a:ext cx="885506" cy="13716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0" bIns="0" rtlCol="0" anchor="ctr" anchorCtr="0"/>
            <a:lstStyle/>
            <a:p>
              <a:r>
                <a:rPr lang="de-DE" sz="800" noProof="1">
                  <a:latin typeface="Aptos Display" panose="020B0004020202020204" pitchFamily="34" charset="0"/>
                </a:rPr>
                <a:t>Console</a:t>
              </a:r>
            </a:p>
          </p:txBody>
        </p:sp>
        <p:sp>
          <p:nvSpPr>
            <p:cNvPr id="321" name="Rectangle 320">
              <a:extLst>
                <a:ext uri="{FF2B5EF4-FFF2-40B4-BE49-F238E27FC236}">
                  <a16:creationId xmlns:a16="http://schemas.microsoft.com/office/drawing/2014/main" id="{2FAA5DF8-FB8A-8425-3329-71A476F4A45F}"/>
                </a:ext>
              </a:extLst>
            </p:cNvPr>
            <p:cNvSpPr/>
            <p:nvPr/>
          </p:nvSpPr>
          <p:spPr>
            <a:xfrm>
              <a:off x="6933866" y="4266763"/>
              <a:ext cx="885506" cy="137160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0" bIns="0" rtlCol="0" anchor="ctr" anchorCtr="0"/>
            <a:lstStyle/>
            <a:p>
              <a:r>
                <a:rPr lang="de-DE" sz="800" noProof="1">
                  <a:latin typeface="Aptos Display" panose="020B0004020202020204" pitchFamily="34" charset="0"/>
                </a:rPr>
                <a:t>Firewall</a:t>
              </a:r>
            </a:p>
          </p:txBody>
        </p: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9C8B210C-75A5-1A59-194C-B731A19F243D}"/>
              </a:ext>
            </a:extLst>
          </p:cNvPr>
          <p:cNvGrpSpPr/>
          <p:nvPr/>
        </p:nvGrpSpPr>
        <p:grpSpPr>
          <a:xfrm>
            <a:off x="8791150" y="1465550"/>
            <a:ext cx="1008000" cy="3926900"/>
            <a:chOff x="2612384" y="1868498"/>
            <a:chExt cx="1008000" cy="3926900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896E3433-D8EE-4B5C-3EA1-D1EFEF3967CC}"/>
                </a:ext>
              </a:extLst>
            </p:cNvPr>
            <p:cNvSpPr/>
            <p:nvPr/>
          </p:nvSpPr>
          <p:spPr>
            <a:xfrm>
              <a:off x="2612384" y="1868498"/>
              <a:ext cx="1008000" cy="39269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r>
                <a:rPr lang="de-DE" sz="1400" b="1" noProof="1">
                  <a:latin typeface="Aptos Display" panose="020B0004020202020204" pitchFamily="34" charset="0"/>
                </a:rPr>
                <a:t>AI</a:t>
              </a:r>
              <a:br>
                <a:rPr lang="de-DE" sz="1400" b="1" noProof="1">
                  <a:latin typeface="Aptos Display" panose="020B0004020202020204" pitchFamily="34" charset="0"/>
                </a:rPr>
              </a:br>
              <a:r>
                <a:rPr lang="de-DE" sz="1000" noProof="1">
                  <a:latin typeface="Aptos Display" panose="020B0004020202020204" pitchFamily="34" charset="0"/>
                </a:rPr>
                <a:t>gpuPod</a:t>
              </a:r>
              <a:endParaRPr lang="de-DE" sz="1400" noProof="1">
                <a:latin typeface="Aptos Display" panose="020B0004020202020204" pitchFamily="34" charset="0"/>
              </a:endParaRP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738F6696-74BB-2F2A-722E-24AFD81547DF}"/>
                </a:ext>
              </a:extLst>
            </p:cNvPr>
            <p:cNvSpPr/>
            <p:nvPr/>
          </p:nvSpPr>
          <p:spPr>
            <a:xfrm>
              <a:off x="2673832" y="2783751"/>
              <a:ext cx="885506" cy="324618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0" bIns="0" rtlCol="0" anchor="t" anchorCtr="0"/>
            <a:lstStyle/>
            <a:p>
              <a:r>
                <a:rPr lang="de-DE" sz="800" noProof="1">
                  <a:latin typeface="Aptos Display" panose="020B0004020202020204" pitchFamily="34" charset="0"/>
                </a:rPr>
                <a:t>GPU Inference</a:t>
              </a: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F5E10020-C20A-4E83-0445-C512CB5B1707}"/>
                </a:ext>
              </a:extLst>
            </p:cNvPr>
            <p:cNvSpPr/>
            <p:nvPr/>
          </p:nvSpPr>
          <p:spPr>
            <a:xfrm>
              <a:off x="2673832" y="3162838"/>
              <a:ext cx="885506" cy="320446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0" bIns="0" rtlCol="0" anchor="t" anchorCtr="0"/>
            <a:lstStyle/>
            <a:p>
              <a:r>
                <a:rPr lang="de-DE" sz="800" noProof="1">
                  <a:latin typeface="Aptos Display" panose="020B0004020202020204" pitchFamily="34" charset="0"/>
                </a:rPr>
                <a:t>GPU Inference</a:t>
              </a: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E709D493-DD16-6D64-5DDE-B9D1692242FF}"/>
                </a:ext>
              </a:extLst>
            </p:cNvPr>
            <p:cNvSpPr/>
            <p:nvPr/>
          </p:nvSpPr>
          <p:spPr>
            <a:xfrm>
              <a:off x="2673832" y="3533582"/>
              <a:ext cx="885506" cy="324618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0" bIns="0" rtlCol="0" anchor="t" anchorCtr="0"/>
            <a:lstStyle/>
            <a:p>
              <a:r>
                <a:rPr lang="de-DE" sz="800" noProof="1">
                  <a:latin typeface="Aptos Display" panose="020B0004020202020204" pitchFamily="34" charset="0"/>
                </a:rPr>
                <a:t>GPU Inference </a:t>
              </a:r>
            </a:p>
            <a:p>
              <a:endParaRPr lang="de-DE" sz="800" noProof="1">
                <a:latin typeface="Aptos Display" panose="020B0004020202020204" pitchFamily="34" charset="0"/>
              </a:endParaRP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B424B383-41EE-BFAB-E986-AA7FFDDC37A4}"/>
                </a:ext>
              </a:extLst>
            </p:cNvPr>
            <p:cNvSpPr/>
            <p:nvPr/>
          </p:nvSpPr>
          <p:spPr>
            <a:xfrm>
              <a:off x="2673832" y="3908615"/>
              <a:ext cx="885506" cy="324618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0" bIns="0" rtlCol="0" anchor="t" anchorCtr="0"/>
            <a:lstStyle/>
            <a:p>
              <a:r>
                <a:rPr lang="de-DE" sz="800" noProof="1">
                  <a:latin typeface="Aptos Display" panose="020B0004020202020204" pitchFamily="34" charset="0"/>
                </a:rPr>
                <a:t>GPU Inference</a:t>
              </a:r>
            </a:p>
            <a:p>
              <a:endParaRPr lang="de-DE" sz="800" noProof="1">
                <a:latin typeface="Aptos Display" panose="020B0004020202020204" pitchFamily="34" charset="0"/>
              </a:endParaRP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26C5583C-C963-3D62-C364-019BBE044522}"/>
                </a:ext>
              </a:extLst>
            </p:cNvPr>
            <p:cNvSpPr/>
            <p:nvPr/>
          </p:nvSpPr>
          <p:spPr>
            <a:xfrm>
              <a:off x="2673832" y="2420113"/>
              <a:ext cx="885506" cy="137160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0" bIns="0" rtlCol="0" anchor="ctr" anchorCtr="0"/>
            <a:lstStyle/>
            <a:p>
              <a:r>
                <a:rPr lang="de-DE" sz="800" noProof="1">
                  <a:latin typeface="Aptos Display" panose="020B0004020202020204" pitchFamily="34" charset="0"/>
                </a:rPr>
                <a:t>Switch ToR</a:t>
              </a: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B6E2377E-2EEB-55A7-5744-5B989B2F628D}"/>
                </a:ext>
              </a:extLst>
            </p:cNvPr>
            <p:cNvSpPr/>
            <p:nvPr/>
          </p:nvSpPr>
          <p:spPr>
            <a:xfrm>
              <a:off x="2673832" y="2596292"/>
              <a:ext cx="885506" cy="137160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0" bIns="0" rtlCol="0" anchor="ctr" anchorCtr="0"/>
            <a:lstStyle/>
            <a:p>
              <a:r>
                <a:rPr lang="de-DE" sz="800" noProof="1">
                  <a:latin typeface="Aptos Display" panose="020B0004020202020204" pitchFamily="34" charset="0"/>
                </a:rPr>
                <a:t>Switch ToR</a:t>
              </a: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A8C3C854-AF66-E495-B361-7928D21101EB}"/>
                </a:ext>
              </a:extLst>
            </p:cNvPr>
            <p:cNvSpPr/>
            <p:nvPr/>
          </p:nvSpPr>
          <p:spPr>
            <a:xfrm>
              <a:off x="2673832" y="5599787"/>
              <a:ext cx="885506" cy="137160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0" bIns="0" rtlCol="0" anchor="ctr" anchorCtr="0"/>
            <a:lstStyle/>
            <a:p>
              <a:r>
                <a:rPr lang="de-DE" sz="800" noProof="1">
                  <a:latin typeface="Aptos Display" panose="020B0004020202020204" pitchFamily="34" charset="0"/>
                </a:rPr>
                <a:t>Switch Mgmt</a:t>
              </a:r>
            </a:p>
          </p:txBody>
        </p:sp>
      </p:grpSp>
      <p:sp>
        <p:nvSpPr>
          <p:cNvPr id="63" name="Title 2">
            <a:extLst>
              <a:ext uri="{FF2B5EF4-FFF2-40B4-BE49-F238E27FC236}">
                <a16:creationId xmlns:a16="http://schemas.microsoft.com/office/drawing/2014/main" id="{22E2B2C2-34FC-9264-7744-E59927E91C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349" y="504817"/>
            <a:ext cx="11186476" cy="369332"/>
          </a:xfrm>
        </p:spPr>
        <p:txBody>
          <a:bodyPr/>
          <a:lstStyle/>
          <a:p>
            <a:r>
              <a:rPr lang="de-DE" b="1" noProof="1">
                <a:solidFill>
                  <a:schemeClr val="tx2"/>
                </a:solidFill>
                <a:latin typeface="+mn-lt"/>
              </a:rPr>
              <a:t>Apeiro</a:t>
            </a:r>
            <a:r>
              <a:rPr lang="de-DE" b="1" noProof="1">
                <a:solidFill>
                  <a:schemeClr val="tx2"/>
                </a:solidFill>
              </a:rPr>
              <a:t> Showroom </a:t>
            </a:r>
            <a:r>
              <a:rPr lang="de-DE" noProof="1"/>
              <a:t>Planes</a:t>
            </a:r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A6FE66DE-986E-434B-D6F7-59F931FBA981}"/>
              </a:ext>
            </a:extLst>
          </p:cNvPr>
          <p:cNvGrpSpPr/>
          <p:nvPr/>
        </p:nvGrpSpPr>
        <p:grpSpPr>
          <a:xfrm>
            <a:off x="9871026" y="1465550"/>
            <a:ext cx="1008000" cy="3926900"/>
            <a:chOff x="3686853" y="1864587"/>
            <a:chExt cx="1008000" cy="3926900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AA54DE3C-40E4-A4ED-AECD-49470BE14C5A}"/>
                </a:ext>
              </a:extLst>
            </p:cNvPr>
            <p:cNvSpPr/>
            <p:nvPr/>
          </p:nvSpPr>
          <p:spPr>
            <a:xfrm>
              <a:off x="3686853" y="1864587"/>
              <a:ext cx="1008000" cy="39269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r>
                <a:rPr lang="de-DE" sz="1400" b="1" noProof="1">
                  <a:latin typeface="Aptos Display" panose="020B0004020202020204" pitchFamily="34" charset="0"/>
                </a:rPr>
                <a:t>AI</a:t>
              </a:r>
              <a:br>
                <a:rPr lang="de-DE" sz="1400" b="1" noProof="1">
                  <a:latin typeface="Aptos Display" panose="020B0004020202020204" pitchFamily="34" charset="0"/>
                </a:rPr>
              </a:br>
              <a:r>
                <a:rPr lang="de-DE" sz="1000" noProof="1">
                  <a:latin typeface="Aptos Display" panose="020B0004020202020204" pitchFamily="34" charset="0"/>
                </a:rPr>
                <a:t>gpuPod</a:t>
              </a:r>
              <a:endParaRPr lang="de-DE" sz="1400" noProof="1">
                <a:latin typeface="Aptos Display" panose="020B0004020202020204" pitchFamily="34" charset="0"/>
              </a:endParaRPr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67C75B68-D48E-0F52-5CC2-080A73FF2761}"/>
                </a:ext>
              </a:extLst>
            </p:cNvPr>
            <p:cNvSpPr/>
            <p:nvPr/>
          </p:nvSpPr>
          <p:spPr>
            <a:xfrm>
              <a:off x="3748301" y="2779840"/>
              <a:ext cx="885506" cy="324618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0" bIns="0" rtlCol="0" anchor="t" anchorCtr="0"/>
            <a:lstStyle/>
            <a:p>
              <a:r>
                <a:rPr lang="de-DE" sz="800" noProof="1">
                  <a:latin typeface="Aptos Display" panose="020B0004020202020204" pitchFamily="34" charset="0"/>
                </a:rPr>
                <a:t>GPU Training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2EC8184-5B35-59C0-1547-B682C2AFA8DA}"/>
                </a:ext>
              </a:extLst>
            </p:cNvPr>
            <p:cNvSpPr/>
            <p:nvPr/>
          </p:nvSpPr>
          <p:spPr>
            <a:xfrm>
              <a:off x="3748301" y="2416202"/>
              <a:ext cx="885506" cy="137160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0" bIns="0" rtlCol="0" anchor="ctr" anchorCtr="0"/>
            <a:lstStyle/>
            <a:p>
              <a:r>
                <a:rPr lang="de-DE" sz="800" noProof="1">
                  <a:latin typeface="Aptos Display" panose="020B0004020202020204" pitchFamily="34" charset="0"/>
                </a:rPr>
                <a:t>Switch ToR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631EE886-94BF-AC19-23C8-5AAC5E92DC1D}"/>
                </a:ext>
              </a:extLst>
            </p:cNvPr>
            <p:cNvSpPr/>
            <p:nvPr/>
          </p:nvSpPr>
          <p:spPr>
            <a:xfrm>
              <a:off x="3748301" y="2592381"/>
              <a:ext cx="885506" cy="137160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0" bIns="0" rtlCol="0" anchor="ctr" anchorCtr="0"/>
            <a:lstStyle/>
            <a:p>
              <a:r>
                <a:rPr lang="de-DE" sz="800" noProof="1">
                  <a:latin typeface="Aptos Display" panose="020B0004020202020204" pitchFamily="34" charset="0"/>
                </a:rPr>
                <a:t>Switch ToR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0F136E1-FBF8-205C-7814-8E571417B7E5}"/>
                </a:ext>
              </a:extLst>
            </p:cNvPr>
            <p:cNvSpPr/>
            <p:nvPr/>
          </p:nvSpPr>
          <p:spPr>
            <a:xfrm>
              <a:off x="3748301" y="5595876"/>
              <a:ext cx="885506" cy="137160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0" bIns="0" rtlCol="0" anchor="ctr" anchorCtr="0"/>
            <a:lstStyle/>
            <a:p>
              <a:r>
                <a:rPr lang="de-DE" sz="800" noProof="1">
                  <a:latin typeface="Aptos Display" panose="020B0004020202020204" pitchFamily="34" charset="0"/>
                </a:rPr>
                <a:t>Switch Mgmt</a:t>
              </a:r>
            </a:p>
          </p:txBody>
        </p: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8A460A77-7F37-B6AA-5CEA-E6A6D44CCBD6}"/>
              </a:ext>
            </a:extLst>
          </p:cNvPr>
          <p:cNvGrpSpPr/>
          <p:nvPr/>
        </p:nvGrpSpPr>
        <p:grpSpPr>
          <a:xfrm>
            <a:off x="7705091" y="1465550"/>
            <a:ext cx="1014183" cy="3926899"/>
            <a:chOff x="484129" y="1870545"/>
            <a:chExt cx="1014183" cy="3926899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4D9823C-7DDC-139E-FA27-BCD2C0E17C43}"/>
                </a:ext>
              </a:extLst>
            </p:cNvPr>
            <p:cNvSpPr/>
            <p:nvPr/>
          </p:nvSpPr>
          <p:spPr>
            <a:xfrm>
              <a:off x="484129" y="1870545"/>
              <a:ext cx="1008000" cy="3926899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r>
                <a:rPr lang="de-DE" sz="1400" b="1" noProof="1">
                  <a:latin typeface="Aptos Display" panose="020B0004020202020204" pitchFamily="34" charset="0"/>
                </a:rPr>
                <a:t>Network</a:t>
              </a:r>
              <a:br>
                <a:rPr lang="de-DE" sz="1400" b="1" noProof="1">
                  <a:latin typeface="Aptos Display" panose="020B0004020202020204" pitchFamily="34" charset="0"/>
                </a:rPr>
              </a:br>
              <a:r>
                <a:rPr lang="de-DE" sz="1000" noProof="1">
                  <a:latin typeface="Aptos Display" panose="020B0004020202020204" pitchFamily="34" charset="0"/>
                </a:rPr>
                <a:t>netPod</a:t>
              </a:r>
              <a:endParaRPr lang="de-DE" sz="1400" noProof="1">
                <a:latin typeface="Aptos Display" panose="020B0004020202020204" pitchFamily="34" charset="0"/>
              </a:endParaRPr>
            </a:p>
          </p:txBody>
        </p:sp>
        <p:sp>
          <p:nvSpPr>
            <p:cNvPr id="149" name="Rectangle 148">
              <a:extLst>
                <a:ext uri="{FF2B5EF4-FFF2-40B4-BE49-F238E27FC236}">
                  <a16:creationId xmlns:a16="http://schemas.microsoft.com/office/drawing/2014/main" id="{DA460DD4-1E3F-7F6C-B5E4-B34ADF6F8FA3}"/>
                </a:ext>
              </a:extLst>
            </p:cNvPr>
            <p:cNvSpPr/>
            <p:nvPr/>
          </p:nvSpPr>
          <p:spPr>
            <a:xfrm>
              <a:off x="555052" y="3526741"/>
              <a:ext cx="885506" cy="146693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0" bIns="0" rtlCol="0" anchor="ctr" anchorCtr="0"/>
            <a:lstStyle/>
            <a:p>
              <a:r>
                <a:rPr lang="de-DE" sz="800" noProof="1">
                  <a:latin typeface="Aptos Display" panose="020B0004020202020204" pitchFamily="34" charset="0"/>
                </a:rPr>
                <a:t>Load Balancer</a:t>
              </a:r>
            </a:p>
          </p:txBody>
        </p:sp>
        <p:sp>
          <p:nvSpPr>
            <p:cNvPr id="150" name="Rectangle 149">
              <a:extLst>
                <a:ext uri="{FF2B5EF4-FFF2-40B4-BE49-F238E27FC236}">
                  <a16:creationId xmlns:a16="http://schemas.microsoft.com/office/drawing/2014/main" id="{14161330-78FD-21EE-BFD0-31468BB7F2AA}"/>
                </a:ext>
              </a:extLst>
            </p:cNvPr>
            <p:cNvSpPr/>
            <p:nvPr/>
          </p:nvSpPr>
          <p:spPr>
            <a:xfrm>
              <a:off x="555052" y="3717190"/>
              <a:ext cx="885506" cy="146693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0" bIns="0" rtlCol="0" anchor="ctr" anchorCtr="0"/>
            <a:lstStyle/>
            <a:p>
              <a:r>
                <a:rPr lang="de-DE" sz="800" noProof="1">
                  <a:latin typeface="Aptos Display" panose="020B0004020202020204" pitchFamily="34" charset="0"/>
                </a:rPr>
                <a:t>Load Balancer</a:t>
              </a:r>
            </a:p>
          </p:txBody>
        </p:sp>
        <p:sp>
          <p:nvSpPr>
            <p:cNvPr id="151" name="Rectangle 150">
              <a:extLst>
                <a:ext uri="{FF2B5EF4-FFF2-40B4-BE49-F238E27FC236}">
                  <a16:creationId xmlns:a16="http://schemas.microsoft.com/office/drawing/2014/main" id="{75A4F2FE-D89B-5BB6-A649-483A747DB6F6}"/>
                </a:ext>
              </a:extLst>
            </p:cNvPr>
            <p:cNvSpPr/>
            <p:nvPr/>
          </p:nvSpPr>
          <p:spPr>
            <a:xfrm>
              <a:off x="555052" y="3145837"/>
              <a:ext cx="885506" cy="146693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0" bIns="0" rtlCol="0" anchor="ctr" anchorCtr="0"/>
            <a:lstStyle/>
            <a:p>
              <a:r>
                <a:rPr lang="de-DE" sz="800" noProof="1">
                  <a:latin typeface="Aptos Display" panose="020B0004020202020204" pitchFamily="34" charset="0"/>
                </a:rPr>
                <a:t>Switch Tenants</a:t>
              </a:r>
            </a:p>
          </p:txBody>
        </p:sp>
        <p:sp>
          <p:nvSpPr>
            <p:cNvPr id="152" name="Rectangle 151">
              <a:extLst>
                <a:ext uri="{FF2B5EF4-FFF2-40B4-BE49-F238E27FC236}">
                  <a16:creationId xmlns:a16="http://schemas.microsoft.com/office/drawing/2014/main" id="{F59C93F7-1196-69C9-12EA-C3736EAA98C1}"/>
                </a:ext>
              </a:extLst>
            </p:cNvPr>
            <p:cNvSpPr/>
            <p:nvPr/>
          </p:nvSpPr>
          <p:spPr>
            <a:xfrm>
              <a:off x="555052" y="3336289"/>
              <a:ext cx="885506" cy="146693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0" bIns="0" rtlCol="0" anchor="ctr" anchorCtr="0"/>
            <a:lstStyle/>
            <a:p>
              <a:r>
                <a:rPr lang="de-DE" sz="800" noProof="1">
                  <a:latin typeface="Aptos Display" panose="020B0004020202020204" pitchFamily="34" charset="0"/>
                </a:rPr>
                <a:t>Switch Tenants</a:t>
              </a:r>
            </a:p>
          </p:txBody>
        </p:sp>
        <p:sp>
          <p:nvSpPr>
            <p:cNvPr id="242" name="Rectangle 241">
              <a:extLst>
                <a:ext uri="{FF2B5EF4-FFF2-40B4-BE49-F238E27FC236}">
                  <a16:creationId xmlns:a16="http://schemas.microsoft.com/office/drawing/2014/main" id="{EEE7F61E-28C9-826A-BD76-9CF9243FDB81}"/>
                </a:ext>
              </a:extLst>
            </p:cNvPr>
            <p:cNvSpPr/>
            <p:nvPr/>
          </p:nvSpPr>
          <p:spPr>
            <a:xfrm>
              <a:off x="555052" y="5595760"/>
              <a:ext cx="885506" cy="137160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0" bIns="0" rtlCol="0" anchor="ctr" anchorCtr="0"/>
            <a:lstStyle/>
            <a:p>
              <a:r>
                <a:rPr lang="de-DE" sz="800" noProof="1">
                  <a:latin typeface="Aptos Display" panose="020B0004020202020204" pitchFamily="34" charset="0"/>
                </a:rPr>
                <a:t>Switch Mgmt</a:t>
              </a:r>
            </a:p>
          </p:txBody>
        </p:sp>
        <p:sp>
          <p:nvSpPr>
            <p:cNvPr id="243" name="Rectangle 242">
              <a:extLst>
                <a:ext uri="{FF2B5EF4-FFF2-40B4-BE49-F238E27FC236}">
                  <a16:creationId xmlns:a16="http://schemas.microsoft.com/office/drawing/2014/main" id="{B089214B-FB67-920E-E537-AA5D5E3A4675}"/>
                </a:ext>
              </a:extLst>
            </p:cNvPr>
            <p:cNvSpPr/>
            <p:nvPr/>
          </p:nvSpPr>
          <p:spPr>
            <a:xfrm>
              <a:off x="555052" y="5423032"/>
              <a:ext cx="885506" cy="13716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0" bIns="0" rtlCol="0" anchor="ctr" anchorCtr="0"/>
            <a:lstStyle/>
            <a:p>
              <a:r>
                <a:rPr lang="de-DE" sz="800" noProof="1">
                  <a:latin typeface="Aptos Display" panose="020B0004020202020204" pitchFamily="34" charset="0"/>
                </a:rPr>
                <a:t>Console</a:t>
              </a:r>
            </a:p>
          </p:txBody>
        </p:sp>
        <p:sp>
          <p:nvSpPr>
            <p:cNvPr id="246" name="Rectangle 245">
              <a:extLst>
                <a:ext uri="{FF2B5EF4-FFF2-40B4-BE49-F238E27FC236}">
                  <a16:creationId xmlns:a16="http://schemas.microsoft.com/office/drawing/2014/main" id="{2146350C-AB0B-6E97-A6CF-2B1696A32CE2}"/>
                </a:ext>
              </a:extLst>
            </p:cNvPr>
            <p:cNvSpPr/>
            <p:nvPr/>
          </p:nvSpPr>
          <p:spPr>
            <a:xfrm>
              <a:off x="555052" y="2603079"/>
              <a:ext cx="885506" cy="137160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0" bIns="0" rtlCol="0" anchor="ctr" anchorCtr="0"/>
            <a:lstStyle/>
            <a:p>
              <a:r>
                <a:rPr lang="de-DE" sz="800" noProof="1">
                  <a:latin typeface="Aptos Display" panose="020B0004020202020204" pitchFamily="34" charset="0"/>
                </a:rPr>
                <a:t>Switch ToR</a:t>
              </a:r>
            </a:p>
          </p:txBody>
        </p:sp>
        <p:sp>
          <p:nvSpPr>
            <p:cNvPr id="249" name="Rectangle 248">
              <a:extLst>
                <a:ext uri="{FF2B5EF4-FFF2-40B4-BE49-F238E27FC236}">
                  <a16:creationId xmlns:a16="http://schemas.microsoft.com/office/drawing/2014/main" id="{A05A17FA-79BC-0496-91C4-0F93486D356D}"/>
                </a:ext>
              </a:extLst>
            </p:cNvPr>
            <p:cNvSpPr/>
            <p:nvPr/>
          </p:nvSpPr>
          <p:spPr>
            <a:xfrm>
              <a:off x="555052" y="2783998"/>
              <a:ext cx="885506" cy="137160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0" bIns="0" rtlCol="0" anchor="ctr" anchorCtr="0"/>
            <a:lstStyle/>
            <a:p>
              <a:r>
                <a:rPr lang="de-DE" sz="800" noProof="1">
                  <a:latin typeface="Aptos Display" panose="020B0004020202020204" pitchFamily="34" charset="0"/>
                </a:rPr>
                <a:t>Switch ToR</a:t>
              </a:r>
            </a:p>
          </p:txBody>
        </p:sp>
        <p:sp>
          <p:nvSpPr>
            <p:cNvPr id="250" name="Rectangle 249">
              <a:extLst>
                <a:ext uri="{FF2B5EF4-FFF2-40B4-BE49-F238E27FC236}">
                  <a16:creationId xmlns:a16="http://schemas.microsoft.com/office/drawing/2014/main" id="{7B8C5024-22C5-33E3-6C03-3A3B47C0EA06}"/>
                </a:ext>
              </a:extLst>
            </p:cNvPr>
            <p:cNvSpPr/>
            <p:nvPr/>
          </p:nvSpPr>
          <p:spPr>
            <a:xfrm>
              <a:off x="555052" y="2964917"/>
              <a:ext cx="885506" cy="137160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0" bIns="0" rtlCol="0" anchor="ctr" anchorCtr="0"/>
            <a:lstStyle/>
            <a:p>
              <a:r>
                <a:rPr lang="de-DE" sz="800" noProof="1">
                  <a:latin typeface="Aptos Display" panose="020B0004020202020204" pitchFamily="34" charset="0"/>
                </a:rPr>
                <a:t>Switch Tor</a:t>
              </a:r>
            </a:p>
          </p:txBody>
        </p:sp>
        <p:grpSp>
          <p:nvGrpSpPr>
            <p:cNvPr id="485" name="Group 484">
              <a:extLst>
                <a:ext uri="{FF2B5EF4-FFF2-40B4-BE49-F238E27FC236}">
                  <a16:creationId xmlns:a16="http://schemas.microsoft.com/office/drawing/2014/main" id="{5C9F0B11-4A2A-0DF0-C038-937D6035CC34}"/>
                </a:ext>
              </a:extLst>
            </p:cNvPr>
            <p:cNvGrpSpPr/>
            <p:nvPr/>
          </p:nvGrpSpPr>
          <p:grpSpPr>
            <a:xfrm>
              <a:off x="555052" y="2395780"/>
              <a:ext cx="943260" cy="196272"/>
              <a:chOff x="555052" y="2395780"/>
              <a:chExt cx="943260" cy="196272"/>
            </a:xfrm>
          </p:grpSpPr>
          <p:sp>
            <p:nvSpPr>
              <p:cNvPr id="245" name="Rectangle 244">
                <a:extLst>
                  <a:ext uri="{FF2B5EF4-FFF2-40B4-BE49-F238E27FC236}">
                    <a16:creationId xmlns:a16="http://schemas.microsoft.com/office/drawing/2014/main" id="{742ABEAD-FD74-C4FC-2A17-BE4AF2E41723}"/>
                  </a:ext>
                </a:extLst>
              </p:cNvPr>
              <p:cNvSpPr/>
              <p:nvPr/>
            </p:nvSpPr>
            <p:spPr>
              <a:xfrm>
                <a:off x="555052" y="2422160"/>
                <a:ext cx="885506" cy="137160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bIns="0" rtlCol="0" anchor="ctr" anchorCtr="0"/>
              <a:lstStyle/>
              <a:p>
                <a:r>
                  <a:rPr lang="de-DE" sz="800" noProof="1">
                    <a:latin typeface="Aptos Display" panose="020B0004020202020204" pitchFamily="34" charset="0"/>
                  </a:rPr>
                  <a:t>TOR</a:t>
                </a:r>
              </a:p>
            </p:txBody>
          </p:sp>
          <p:sp>
            <p:nvSpPr>
              <p:cNvPr id="354" name="TextBox 353">
                <a:extLst>
                  <a:ext uri="{FF2B5EF4-FFF2-40B4-BE49-F238E27FC236}">
                    <a16:creationId xmlns:a16="http://schemas.microsoft.com/office/drawing/2014/main" id="{0E5C2DC5-43FB-E720-3806-F3892AA2FCDB}"/>
                  </a:ext>
                </a:extLst>
              </p:cNvPr>
              <p:cNvSpPr txBox="1"/>
              <p:nvPr/>
            </p:nvSpPr>
            <p:spPr>
              <a:xfrm>
                <a:off x="928925" y="2395780"/>
                <a:ext cx="569387" cy="19627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>
                  <a:lnSpc>
                    <a:spcPts val="380"/>
                  </a:lnSpc>
                </a:pPr>
                <a:r>
                  <a:rPr lang="de-DE" sz="400" b="1" noProof="1">
                    <a:solidFill>
                      <a:schemeClr val="bg1"/>
                    </a:solidFill>
                    <a:latin typeface="Aptos Display" panose="020B0004020202020204" pitchFamily="34" charset="0"/>
                  </a:rPr>
                  <a:t>Cisco</a:t>
                </a:r>
                <a:br>
                  <a:rPr lang="de-DE" sz="400" noProof="1">
                    <a:solidFill>
                      <a:schemeClr val="bg1"/>
                    </a:solidFill>
                    <a:latin typeface="Aptos Display" panose="020B0004020202020204" pitchFamily="34" charset="0"/>
                  </a:rPr>
                </a:br>
                <a:r>
                  <a:rPr lang="de-DE" sz="400" noProof="1">
                    <a:solidFill>
                      <a:schemeClr val="bg1"/>
                    </a:solidFill>
                    <a:latin typeface="Aptos Display" panose="020B0004020202020204" pitchFamily="34" charset="0"/>
                  </a:rPr>
                  <a:t>N9K-C9336C-FX2</a:t>
                </a:r>
              </a:p>
            </p:txBody>
          </p:sp>
        </p:grpSp>
        <p:sp>
          <p:nvSpPr>
            <p:cNvPr id="491" name="Rectangle 490">
              <a:extLst>
                <a:ext uri="{FF2B5EF4-FFF2-40B4-BE49-F238E27FC236}">
                  <a16:creationId xmlns:a16="http://schemas.microsoft.com/office/drawing/2014/main" id="{F740004C-2DDD-FDBA-9A81-65F625A13D5C}"/>
                </a:ext>
              </a:extLst>
            </p:cNvPr>
            <p:cNvSpPr/>
            <p:nvPr/>
          </p:nvSpPr>
          <p:spPr>
            <a:xfrm>
              <a:off x="565506" y="2423950"/>
              <a:ext cx="885506" cy="137160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0" bIns="0" rtlCol="0" anchor="ctr" anchorCtr="0"/>
            <a:lstStyle/>
            <a:p>
              <a:r>
                <a:rPr lang="de-DE" sz="800" noProof="1">
                  <a:latin typeface="Aptos Display" panose="020B0004020202020204" pitchFamily="34" charset="0"/>
                </a:rPr>
                <a:t>Switch ToR</a:t>
              </a:r>
            </a:p>
          </p:txBody>
        </p:sp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73C49799-A187-CD82-AFC5-56F585447163}"/>
              </a:ext>
            </a:extLst>
          </p:cNvPr>
          <p:cNvGrpSpPr/>
          <p:nvPr/>
        </p:nvGrpSpPr>
        <p:grpSpPr>
          <a:xfrm>
            <a:off x="3212356" y="1465550"/>
            <a:ext cx="1008000" cy="3926900"/>
            <a:chOff x="4778018" y="1868498"/>
            <a:chExt cx="1008000" cy="3926900"/>
          </a:xfrm>
        </p:grpSpPr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BA5236B1-5EFC-DEDA-7623-2AA07BBCB7B7}"/>
                </a:ext>
              </a:extLst>
            </p:cNvPr>
            <p:cNvSpPr/>
            <p:nvPr/>
          </p:nvSpPr>
          <p:spPr>
            <a:xfrm>
              <a:off x="4778018" y="1868498"/>
              <a:ext cx="1008000" cy="39269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r>
                <a:rPr lang="de-DE" sz="1400" b="1" noProof="1">
                  <a:latin typeface="Aptos Display" panose="020B0004020202020204" pitchFamily="34" charset="0"/>
                </a:rPr>
                <a:t>Control</a:t>
              </a:r>
              <a:br>
                <a:rPr lang="de-DE" sz="1400" b="1" noProof="1">
                  <a:latin typeface="Aptos Display" panose="020B0004020202020204" pitchFamily="34" charset="0"/>
                </a:rPr>
              </a:br>
              <a:r>
                <a:rPr lang="de-DE" sz="1000" noProof="1">
                  <a:latin typeface="Aptos Display" panose="020B0004020202020204" pitchFamily="34" charset="0"/>
                </a:rPr>
                <a:t>cPod</a:t>
              </a:r>
              <a:endParaRPr lang="de-DE" sz="1400" noProof="1">
                <a:latin typeface="Aptos Display" panose="020B0004020202020204" pitchFamily="34" charset="0"/>
              </a:endParaRPr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EEB2E7A7-B22E-4867-05C4-1389C5005357}"/>
                </a:ext>
              </a:extLst>
            </p:cNvPr>
            <p:cNvSpPr/>
            <p:nvPr/>
          </p:nvSpPr>
          <p:spPr>
            <a:xfrm>
              <a:off x="4835772" y="5595615"/>
              <a:ext cx="885506" cy="137160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0" bIns="0" rtlCol="0" anchor="ctr" anchorCtr="0"/>
            <a:lstStyle/>
            <a:p>
              <a:r>
                <a:rPr lang="de-DE" sz="800" noProof="1">
                  <a:latin typeface="Aptos Display" panose="020B0004020202020204" pitchFamily="34" charset="0"/>
                </a:rPr>
                <a:t>Switch Mgmt</a:t>
              </a:r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88F62B06-EDF8-472D-F8FA-CD7CD1DAD084}"/>
                </a:ext>
              </a:extLst>
            </p:cNvPr>
            <p:cNvSpPr/>
            <p:nvPr/>
          </p:nvSpPr>
          <p:spPr>
            <a:xfrm>
              <a:off x="4835772" y="2408834"/>
              <a:ext cx="885506" cy="137160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0" bIns="0" rtlCol="0" anchor="ctr" anchorCtr="0"/>
            <a:lstStyle/>
            <a:p>
              <a:r>
                <a:rPr lang="de-DE" sz="800" noProof="1">
                  <a:latin typeface="Aptos Display" panose="020B0004020202020204" pitchFamily="34" charset="0"/>
                </a:rPr>
                <a:t>Switch ToR</a:t>
              </a:r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062B8A72-B515-DEB4-4DF2-8AD2F7D76A0E}"/>
                </a:ext>
              </a:extLst>
            </p:cNvPr>
            <p:cNvSpPr/>
            <p:nvPr/>
          </p:nvSpPr>
          <p:spPr>
            <a:xfrm>
              <a:off x="4835772" y="2596292"/>
              <a:ext cx="885506" cy="137160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0" bIns="0" rtlCol="0" anchor="ctr" anchorCtr="0"/>
            <a:lstStyle/>
            <a:p>
              <a:r>
                <a:rPr lang="de-DE" sz="800" noProof="1">
                  <a:latin typeface="Aptos Display" panose="020B0004020202020204" pitchFamily="34" charset="0"/>
                </a:rPr>
                <a:t>Switch ToR</a:t>
              </a:r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DCFFC197-4BFB-D087-419C-88CFC79E4BC8}"/>
                </a:ext>
              </a:extLst>
            </p:cNvPr>
            <p:cNvSpPr/>
            <p:nvPr/>
          </p:nvSpPr>
          <p:spPr>
            <a:xfrm>
              <a:off x="4835772" y="2783750"/>
              <a:ext cx="885506" cy="137160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0" bIns="0" rtlCol="0" anchor="ctr" anchorCtr="0"/>
            <a:lstStyle/>
            <a:p>
              <a:r>
                <a:rPr lang="de-DE" sz="800" noProof="1">
                  <a:latin typeface="Aptos Display" panose="020B0004020202020204" pitchFamily="34" charset="0"/>
                </a:rPr>
                <a:t>Compute</a:t>
              </a:r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F763E416-E608-9071-706F-DA9939B28EBF}"/>
                </a:ext>
              </a:extLst>
            </p:cNvPr>
            <p:cNvSpPr/>
            <p:nvPr/>
          </p:nvSpPr>
          <p:spPr>
            <a:xfrm>
              <a:off x="4835772" y="3158666"/>
              <a:ext cx="885506" cy="137160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0" bIns="0" rtlCol="0" anchor="ctr" anchorCtr="0"/>
            <a:lstStyle/>
            <a:p>
              <a:r>
                <a:rPr lang="de-DE" sz="800" noProof="1">
                  <a:latin typeface="Aptos Display" panose="020B0004020202020204" pitchFamily="34" charset="0"/>
                </a:rPr>
                <a:t>Compute</a:t>
              </a:r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D4799896-60A0-68A6-88D7-CF316AE5E598}"/>
                </a:ext>
              </a:extLst>
            </p:cNvPr>
            <p:cNvSpPr/>
            <p:nvPr/>
          </p:nvSpPr>
          <p:spPr>
            <a:xfrm>
              <a:off x="4835772" y="2971208"/>
              <a:ext cx="885506" cy="137160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0" bIns="0" rtlCol="0" anchor="ctr" anchorCtr="0"/>
            <a:lstStyle/>
            <a:p>
              <a:r>
                <a:rPr lang="de-DE" sz="800" noProof="1">
                  <a:latin typeface="Aptos Display" panose="020B0004020202020204" pitchFamily="34" charset="0"/>
                </a:rPr>
                <a:t>Compute</a:t>
              </a:r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11C1689B-A11A-AA81-D95D-1CEC98B2360B}"/>
                </a:ext>
              </a:extLst>
            </p:cNvPr>
            <p:cNvSpPr/>
            <p:nvPr/>
          </p:nvSpPr>
          <p:spPr>
            <a:xfrm>
              <a:off x="4835772" y="3346124"/>
              <a:ext cx="885506" cy="137160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0" bIns="0" rtlCol="0" anchor="ctr" anchorCtr="0"/>
            <a:lstStyle/>
            <a:p>
              <a:r>
                <a:rPr lang="de-DE" sz="800" noProof="1">
                  <a:latin typeface="Aptos Display" panose="020B0004020202020204" pitchFamily="34" charset="0"/>
                </a:rPr>
                <a:t>Compute</a:t>
              </a:r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322DB789-758C-BE83-0898-3544B3941BF7}"/>
                </a:ext>
              </a:extLst>
            </p:cNvPr>
            <p:cNvSpPr/>
            <p:nvPr/>
          </p:nvSpPr>
          <p:spPr>
            <a:xfrm>
              <a:off x="4835772" y="3533582"/>
              <a:ext cx="885506" cy="137160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0" bIns="0" rtlCol="0" anchor="ctr" anchorCtr="0"/>
            <a:lstStyle/>
            <a:p>
              <a:r>
                <a:rPr lang="de-DE" sz="800" noProof="1">
                  <a:latin typeface="Aptos Display" panose="020B0004020202020204" pitchFamily="34" charset="0"/>
                </a:rPr>
                <a:t>Compute</a:t>
              </a:r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33E1D752-B9C8-F403-93EC-65225F073FEE}"/>
                </a:ext>
              </a:extLst>
            </p:cNvPr>
            <p:cNvSpPr/>
            <p:nvPr/>
          </p:nvSpPr>
          <p:spPr>
            <a:xfrm>
              <a:off x="4835772" y="3721040"/>
              <a:ext cx="885506" cy="137160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0" bIns="0" rtlCol="0" anchor="ctr" anchorCtr="0"/>
            <a:lstStyle/>
            <a:p>
              <a:r>
                <a:rPr lang="de-DE" sz="800" noProof="1">
                  <a:latin typeface="Aptos Display" panose="020B0004020202020204" pitchFamily="34" charset="0"/>
                </a:rPr>
                <a:t>Compute</a:t>
              </a:r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1B1C7A0B-4EDC-1784-8205-B06D4C9723FB}"/>
                </a:ext>
              </a:extLst>
            </p:cNvPr>
            <p:cNvSpPr/>
            <p:nvPr/>
          </p:nvSpPr>
          <p:spPr>
            <a:xfrm>
              <a:off x="4835772" y="3908498"/>
              <a:ext cx="885506" cy="137160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0" bIns="0" rtlCol="0" anchor="ctr" anchorCtr="0"/>
            <a:lstStyle/>
            <a:p>
              <a:r>
                <a:rPr lang="de-DE" sz="800" noProof="1">
                  <a:latin typeface="Aptos Display" panose="020B0004020202020204" pitchFamily="34" charset="0"/>
                </a:rPr>
                <a:t>Compute</a:t>
              </a:r>
            </a:p>
          </p:txBody>
        </p: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EFD1F57C-613B-C72D-FA6A-CD0CCCE7CAA1}"/>
                </a:ext>
              </a:extLst>
            </p:cNvPr>
            <p:cNvSpPr/>
            <p:nvPr/>
          </p:nvSpPr>
          <p:spPr>
            <a:xfrm>
              <a:off x="4835772" y="4095956"/>
              <a:ext cx="885506" cy="137160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0" bIns="0" rtlCol="0" anchor="ctr" anchorCtr="0"/>
            <a:lstStyle/>
            <a:p>
              <a:r>
                <a:rPr lang="de-DE" sz="800" noProof="1">
                  <a:latin typeface="Aptos Display" panose="020B0004020202020204" pitchFamily="34" charset="0"/>
                </a:rPr>
                <a:t>Compute</a:t>
              </a:r>
            </a:p>
          </p:txBody>
        </p: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D3F9E19C-DE8A-54A9-B02C-510E5E7205A5}"/>
                </a:ext>
              </a:extLst>
            </p:cNvPr>
            <p:cNvSpPr/>
            <p:nvPr/>
          </p:nvSpPr>
          <p:spPr>
            <a:xfrm>
              <a:off x="4835772" y="4283414"/>
              <a:ext cx="885506" cy="137160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0" bIns="0" rtlCol="0" anchor="ctr" anchorCtr="0"/>
            <a:lstStyle/>
            <a:p>
              <a:r>
                <a:rPr lang="de-DE" sz="800" noProof="1">
                  <a:latin typeface="Aptos Display" panose="020B0004020202020204" pitchFamily="34" charset="0"/>
                </a:rPr>
                <a:t>Compute</a:t>
              </a:r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D47F1CA1-B0B0-C23C-EA67-9D6EA3902350}"/>
                </a:ext>
              </a:extLst>
            </p:cNvPr>
            <p:cNvSpPr/>
            <p:nvPr/>
          </p:nvSpPr>
          <p:spPr>
            <a:xfrm>
              <a:off x="4835772" y="4470872"/>
              <a:ext cx="885506" cy="137160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0" bIns="0" rtlCol="0" anchor="ctr" anchorCtr="0"/>
            <a:lstStyle/>
            <a:p>
              <a:r>
                <a:rPr lang="de-DE" sz="800" noProof="1">
                  <a:latin typeface="Aptos Display" panose="020B0004020202020204" pitchFamily="34" charset="0"/>
                </a:rPr>
                <a:t>Compute</a:t>
              </a:r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6E203231-7391-5B10-F7B0-6A83AEF8FB80}"/>
                </a:ext>
              </a:extLst>
            </p:cNvPr>
            <p:cNvSpPr/>
            <p:nvPr/>
          </p:nvSpPr>
          <p:spPr>
            <a:xfrm>
              <a:off x="4835772" y="4658330"/>
              <a:ext cx="885506" cy="137160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0" bIns="0" rtlCol="0" anchor="ctr" anchorCtr="0"/>
            <a:lstStyle/>
            <a:p>
              <a:r>
                <a:rPr lang="de-DE" sz="800" noProof="1">
                  <a:latin typeface="Aptos Display" panose="020B0004020202020204" pitchFamily="34" charset="0"/>
                </a:rPr>
                <a:t>Compute</a:t>
              </a:r>
            </a:p>
          </p:txBody>
        </p: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B2B76490-2E53-0191-C158-032DD6199470}"/>
                </a:ext>
              </a:extLst>
            </p:cNvPr>
            <p:cNvSpPr/>
            <p:nvPr/>
          </p:nvSpPr>
          <p:spPr>
            <a:xfrm>
              <a:off x="4835772" y="4845788"/>
              <a:ext cx="885506" cy="137160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0" bIns="0" rtlCol="0" anchor="ctr" anchorCtr="0"/>
            <a:lstStyle/>
            <a:p>
              <a:r>
                <a:rPr lang="de-DE" sz="800" noProof="1">
                  <a:latin typeface="Aptos Display" panose="020B0004020202020204" pitchFamily="34" charset="0"/>
                </a:rPr>
                <a:t>Compute</a:t>
              </a:r>
            </a:p>
          </p:txBody>
        </p:sp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7C540EE7-ED8A-92C9-8634-903F4A2A4368}"/>
                </a:ext>
              </a:extLst>
            </p:cNvPr>
            <p:cNvSpPr/>
            <p:nvPr/>
          </p:nvSpPr>
          <p:spPr>
            <a:xfrm>
              <a:off x="4835772" y="5033246"/>
              <a:ext cx="885506" cy="137160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0" bIns="0" rtlCol="0" anchor="ctr" anchorCtr="0"/>
            <a:lstStyle/>
            <a:p>
              <a:r>
                <a:rPr lang="de-DE" sz="800" noProof="1">
                  <a:latin typeface="Aptos Display" panose="020B0004020202020204" pitchFamily="34" charset="0"/>
                </a:rPr>
                <a:t>Compute</a:t>
              </a:r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63A1F0DA-BA50-FE41-B1DE-A8B4DE0923E6}"/>
                </a:ext>
              </a:extLst>
            </p:cNvPr>
            <p:cNvSpPr/>
            <p:nvPr/>
          </p:nvSpPr>
          <p:spPr>
            <a:xfrm>
              <a:off x="4835772" y="5220704"/>
              <a:ext cx="885506" cy="137160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0" bIns="0" rtlCol="0" anchor="ctr" anchorCtr="0"/>
            <a:lstStyle/>
            <a:p>
              <a:r>
                <a:rPr lang="de-DE" sz="800" noProof="1">
                  <a:latin typeface="Aptos Display" panose="020B0004020202020204" pitchFamily="34" charset="0"/>
                </a:rPr>
                <a:t>Compute</a:t>
              </a:r>
            </a:p>
          </p:txBody>
        </p:sp>
      </p:grpSp>
      <p:sp>
        <p:nvSpPr>
          <p:cNvPr id="98" name="Left-right Arrow 97">
            <a:extLst>
              <a:ext uri="{FF2B5EF4-FFF2-40B4-BE49-F238E27FC236}">
                <a16:creationId xmlns:a16="http://schemas.microsoft.com/office/drawing/2014/main" id="{5A1554B2-81AC-D085-03ED-EE9A526284A4}"/>
              </a:ext>
            </a:extLst>
          </p:cNvPr>
          <p:cNvSpPr/>
          <p:nvPr/>
        </p:nvSpPr>
        <p:spPr bwMode="gray">
          <a:xfrm>
            <a:off x="2119304" y="5543588"/>
            <a:ext cx="2101052" cy="320565"/>
          </a:xfrm>
          <a:prstGeom prst="leftRightArrow">
            <a:avLst/>
          </a:prstGeom>
          <a:solidFill>
            <a:schemeClr val="bg2">
              <a:lumMod val="20000"/>
              <a:lumOff val="80000"/>
            </a:schemeClr>
          </a:solidFill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de-DE" sz="800" b="1" i="0" u="none" strike="noStrike" kern="0" cap="none" spc="0" normalizeH="0" baseline="0" noProof="1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uLnTx/>
                <a:uFillTx/>
                <a:latin typeface="+mn-lt"/>
                <a:ea typeface="Arial Unicode MS" pitchFamily="34" charset="-128"/>
                <a:cs typeface="Arial Unicode MS" pitchFamily="34" charset="-128"/>
              </a:rPr>
              <a:t>1x per site</a:t>
            </a:r>
          </a:p>
        </p:txBody>
      </p:sp>
      <p:sp>
        <p:nvSpPr>
          <p:cNvPr id="99" name="Left-right Arrow 98">
            <a:extLst>
              <a:ext uri="{FF2B5EF4-FFF2-40B4-BE49-F238E27FC236}">
                <a16:creationId xmlns:a16="http://schemas.microsoft.com/office/drawing/2014/main" id="{0900F0EB-8461-1403-4225-E07E08CB4F0D}"/>
              </a:ext>
            </a:extLst>
          </p:cNvPr>
          <p:cNvSpPr/>
          <p:nvPr/>
        </p:nvSpPr>
        <p:spPr bwMode="gray">
          <a:xfrm>
            <a:off x="5545338" y="5540646"/>
            <a:ext cx="5333687" cy="320565"/>
          </a:xfrm>
          <a:prstGeom prst="leftRightArrow">
            <a:avLst/>
          </a:prstGeom>
          <a:solidFill>
            <a:schemeClr val="bg2">
              <a:lumMod val="20000"/>
              <a:lumOff val="80000"/>
            </a:schemeClr>
          </a:solidFill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de-DE" sz="800" b="1" i="0" u="none" strike="noStrike" kern="0" cap="none" spc="0" normalizeH="0" baseline="0" noProof="1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uLnTx/>
                <a:uFillTx/>
                <a:latin typeface="+mn-lt"/>
                <a:ea typeface="Arial Unicode MS" pitchFamily="34" charset="-128"/>
                <a:cs typeface="Arial Unicode MS" pitchFamily="34" charset="-128"/>
              </a:rPr>
              <a:t>1+ scale on demand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5A11D84-3E2A-4738-37B8-70A0FD35C4D6}"/>
              </a:ext>
            </a:extLst>
          </p:cNvPr>
          <p:cNvSpPr/>
          <p:nvPr/>
        </p:nvSpPr>
        <p:spPr bwMode="gray">
          <a:xfrm>
            <a:off x="1594338" y="1137138"/>
            <a:ext cx="3048000" cy="5240216"/>
          </a:xfrm>
          <a:prstGeom prst="rect">
            <a:avLst/>
          </a:prstGeom>
          <a:noFill/>
          <a:ln w="25400" algn="ctr">
            <a:solidFill>
              <a:schemeClr val="tx1"/>
            </a:solidFill>
            <a:miter lim="800000"/>
            <a:headEnd/>
            <a:tailEnd/>
          </a:ln>
        </p:spPr>
        <p:txBody>
          <a:bodyPr lIns="90000" tIns="72000" rIns="90000" bIns="72000" rtlCol="0" anchor="b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Arial Unicode MS" pitchFamily="34" charset="-128"/>
                <a:cs typeface="Arial Unicode MS" pitchFamily="34" charset="-128"/>
              </a:rPr>
              <a:t>Control Plane:</a:t>
            </a:r>
            <a:br>
              <a:rPr kumimoji="0" lang="en-US" sz="11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Arial Unicode MS" pitchFamily="34" charset="-128"/>
                <a:cs typeface="Arial Unicode MS" pitchFamily="34" charset="-128"/>
              </a:rPr>
            </a:b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Arial Unicode MS" pitchFamily="34" charset="-128"/>
                <a:cs typeface="Arial Unicode MS" pitchFamily="34" charset="-128"/>
              </a:rPr>
              <a:t>Infrastructure Management based on Apeiro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F228CBD-DB75-3ABD-3A0E-B1F17705CDB2}"/>
              </a:ext>
            </a:extLst>
          </p:cNvPr>
          <p:cNvSpPr/>
          <p:nvPr/>
        </p:nvSpPr>
        <p:spPr bwMode="gray">
          <a:xfrm>
            <a:off x="5164181" y="1137138"/>
            <a:ext cx="6148588" cy="5240216"/>
          </a:xfrm>
          <a:prstGeom prst="rect">
            <a:avLst/>
          </a:prstGeom>
          <a:noFill/>
          <a:ln w="25400" algn="ctr">
            <a:solidFill>
              <a:schemeClr val="tx1"/>
            </a:solidFill>
            <a:miter lim="800000"/>
            <a:headEnd/>
            <a:tailEnd/>
          </a:ln>
        </p:spPr>
        <p:txBody>
          <a:bodyPr lIns="90000" tIns="72000" rIns="90000" bIns="72000" rtlCol="0" anchor="b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Arial Unicode MS" pitchFamily="34" charset="-128"/>
                <a:cs typeface="Arial Unicode MS" pitchFamily="34" charset="-128"/>
              </a:rPr>
              <a:t>Work Plane:</a:t>
            </a:r>
            <a:br>
              <a:rPr kumimoji="0" lang="en-US" sz="11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Arial Unicode MS" pitchFamily="34" charset="-128"/>
                <a:cs typeface="Arial Unicode MS" pitchFamily="34" charset="-128"/>
              </a:rPr>
            </a:b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Arial Unicode MS" pitchFamily="34" charset="-128"/>
                <a:cs typeface="Arial Unicode MS" pitchFamily="34" charset="-128"/>
              </a:rPr>
              <a:t>Workload Infrastructure</a:t>
            </a:r>
          </a:p>
        </p:txBody>
      </p:sp>
    </p:spTree>
    <p:extLst>
      <p:ext uri="{BB962C8B-B14F-4D97-AF65-F5344CB8AC3E}">
        <p14:creationId xmlns:p14="http://schemas.microsoft.com/office/powerpoint/2010/main" val="35238740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E4F3CD-E123-2279-F264-C8D670D732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itle 2">
            <a:extLst>
              <a:ext uri="{FF2B5EF4-FFF2-40B4-BE49-F238E27FC236}">
                <a16:creationId xmlns:a16="http://schemas.microsoft.com/office/drawing/2014/main" id="{6B33EB7B-F49F-889B-08CA-F0184C4061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349" y="504817"/>
            <a:ext cx="11186476" cy="369332"/>
          </a:xfrm>
        </p:spPr>
        <p:txBody>
          <a:bodyPr/>
          <a:lstStyle/>
          <a:p>
            <a:r>
              <a:rPr lang="de-DE" b="1" noProof="1">
                <a:solidFill>
                  <a:schemeClr val="tx2"/>
                </a:solidFill>
                <a:latin typeface="+mn-lt"/>
              </a:rPr>
              <a:t>Apeiro</a:t>
            </a:r>
            <a:r>
              <a:rPr lang="de-DE" b="1" noProof="1">
                <a:solidFill>
                  <a:schemeClr val="tx2"/>
                </a:solidFill>
              </a:rPr>
              <a:t> Showroom </a:t>
            </a:r>
            <a:r>
              <a:rPr lang="de-DE" noProof="1"/>
              <a:t>Multi-AZ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173DBD6E-3628-C264-DD16-8F52D410D25C}"/>
              </a:ext>
            </a:extLst>
          </p:cNvPr>
          <p:cNvGrpSpPr/>
          <p:nvPr/>
        </p:nvGrpSpPr>
        <p:grpSpPr>
          <a:xfrm>
            <a:off x="596292" y="3933092"/>
            <a:ext cx="4397740" cy="2520462"/>
            <a:chOff x="1822037" y="1137138"/>
            <a:chExt cx="9490734" cy="5240216"/>
          </a:xfrm>
        </p:grpSpPr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9AC532D1-9071-F785-0BBA-21A60F8F00DF}"/>
                </a:ext>
              </a:extLst>
            </p:cNvPr>
            <p:cNvGrpSpPr/>
            <p:nvPr/>
          </p:nvGrpSpPr>
          <p:grpSpPr>
            <a:xfrm>
              <a:off x="6625215" y="1465550"/>
              <a:ext cx="1008000" cy="3926900"/>
              <a:chOff x="1556575" y="1866997"/>
              <a:chExt cx="1008000" cy="3926900"/>
            </a:xfrm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B0AEE0DD-D002-4156-1DAE-CF76D750E67C}"/>
                  </a:ext>
                </a:extLst>
              </p:cNvPr>
              <p:cNvSpPr/>
              <p:nvPr/>
            </p:nvSpPr>
            <p:spPr>
              <a:xfrm>
                <a:off x="1556575" y="1866997"/>
                <a:ext cx="1008000" cy="39269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ctr"/>
                <a:r>
                  <a:rPr lang="de-DE" sz="500" b="1" noProof="1">
                    <a:latin typeface="Aptos Display" panose="020B0004020202020204" pitchFamily="34" charset="0"/>
                  </a:rPr>
                  <a:t>Storage</a:t>
                </a:r>
                <a:br>
                  <a:rPr lang="de-DE" sz="500" b="1" noProof="1">
                    <a:latin typeface="Aptos Display" panose="020B0004020202020204" pitchFamily="34" charset="0"/>
                  </a:rPr>
                </a:br>
                <a:r>
                  <a:rPr lang="de-DE" sz="100" noProof="1">
                    <a:latin typeface="Aptos Display" panose="020B0004020202020204" pitchFamily="34" charset="0"/>
                  </a:rPr>
                  <a:t>cephPod</a:t>
                </a:r>
                <a:endParaRPr lang="de-DE" sz="500" noProof="1">
                  <a:latin typeface="Aptos Display" panose="020B0004020202020204" pitchFamily="34" charset="0"/>
                </a:endParaRPr>
              </a:p>
            </p:txBody>
          </p:sp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67BD01EF-7D6B-854F-7DF5-23F71E362B6D}"/>
                  </a:ext>
                </a:extLst>
              </p:cNvPr>
              <p:cNvSpPr/>
              <p:nvPr/>
            </p:nvSpPr>
            <p:spPr>
              <a:xfrm>
                <a:off x="1618023" y="2782250"/>
                <a:ext cx="885506" cy="324618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bIns="0" rtlCol="0" anchor="t" anchorCtr="0"/>
              <a:lstStyle/>
              <a:p>
                <a:r>
                  <a:rPr lang="de-DE" sz="100" noProof="1">
                    <a:latin typeface="Aptos Display" panose="020B0004020202020204" pitchFamily="34" charset="0"/>
                  </a:rPr>
                  <a:t>Storage</a:t>
                </a:r>
              </a:p>
            </p:txBody>
          </p:sp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85F7FD3F-3526-F8CD-1147-0A8C99B12722}"/>
                  </a:ext>
                </a:extLst>
              </p:cNvPr>
              <p:cNvSpPr/>
              <p:nvPr/>
            </p:nvSpPr>
            <p:spPr>
              <a:xfrm>
                <a:off x="1618023" y="3161337"/>
                <a:ext cx="885506" cy="320446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bIns="0" rtlCol="0" anchor="t" anchorCtr="0"/>
              <a:lstStyle/>
              <a:p>
                <a:r>
                  <a:rPr lang="de-DE" sz="100" noProof="1">
                    <a:latin typeface="Aptos Display" panose="020B0004020202020204" pitchFamily="34" charset="0"/>
                  </a:rPr>
                  <a:t>Storage</a:t>
                </a:r>
              </a:p>
              <a:p>
                <a:endParaRPr lang="de-DE" sz="100" noProof="1">
                  <a:latin typeface="Aptos Display" panose="020B0004020202020204" pitchFamily="34" charset="0"/>
                </a:endParaRPr>
              </a:p>
            </p:txBody>
          </p:sp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9DAA3A56-0381-056A-FDD6-AF7E8F9E920D}"/>
                  </a:ext>
                </a:extLst>
              </p:cNvPr>
              <p:cNvSpPr/>
              <p:nvPr/>
            </p:nvSpPr>
            <p:spPr>
              <a:xfrm>
                <a:off x="1618023" y="3532081"/>
                <a:ext cx="885506" cy="324618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bIns="0" rtlCol="0" anchor="t" anchorCtr="0"/>
              <a:lstStyle/>
              <a:p>
                <a:r>
                  <a:rPr lang="de-DE" sz="100" noProof="1">
                    <a:latin typeface="Aptos Display" panose="020B0004020202020204" pitchFamily="34" charset="0"/>
                  </a:rPr>
                  <a:t>Storage</a:t>
                </a:r>
              </a:p>
              <a:p>
                <a:endParaRPr lang="de-DE" sz="100" noProof="1">
                  <a:latin typeface="Aptos Display" panose="020B0004020202020204" pitchFamily="34" charset="0"/>
                </a:endParaRPr>
              </a:p>
            </p:txBody>
          </p:sp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9DF75496-578D-B769-97D2-EA2CAA785B94}"/>
                  </a:ext>
                </a:extLst>
              </p:cNvPr>
              <p:cNvSpPr/>
              <p:nvPr/>
            </p:nvSpPr>
            <p:spPr>
              <a:xfrm>
                <a:off x="1618023" y="3907114"/>
                <a:ext cx="885506" cy="324618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bIns="0" rtlCol="0" anchor="t" anchorCtr="0"/>
              <a:lstStyle/>
              <a:p>
                <a:r>
                  <a:rPr lang="de-DE" sz="100" noProof="1">
                    <a:latin typeface="Aptos Display" panose="020B0004020202020204" pitchFamily="34" charset="0"/>
                  </a:rPr>
                  <a:t>Storage</a:t>
                </a:r>
              </a:p>
              <a:p>
                <a:endParaRPr lang="de-DE" sz="100" noProof="1">
                  <a:latin typeface="Aptos Display" panose="020B0004020202020204" pitchFamily="34" charset="0"/>
                </a:endParaRPr>
              </a:p>
            </p:txBody>
          </p:sp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C2FF4587-746E-CF94-1F3D-E267C5A2D645}"/>
                  </a:ext>
                </a:extLst>
              </p:cNvPr>
              <p:cNvSpPr/>
              <p:nvPr/>
            </p:nvSpPr>
            <p:spPr>
              <a:xfrm>
                <a:off x="1618023" y="4281912"/>
                <a:ext cx="885506" cy="324618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bIns="0" rtlCol="0" anchor="t" anchorCtr="0"/>
              <a:lstStyle/>
              <a:p>
                <a:r>
                  <a:rPr lang="de-DE" sz="100" noProof="1">
                    <a:latin typeface="Aptos Display" panose="020B0004020202020204" pitchFamily="34" charset="0"/>
                  </a:rPr>
                  <a:t>Storage</a:t>
                </a:r>
              </a:p>
              <a:p>
                <a:endParaRPr lang="de-DE" sz="100" noProof="1">
                  <a:latin typeface="Aptos Display" panose="020B0004020202020204" pitchFamily="34" charset="0"/>
                </a:endParaRPr>
              </a:p>
            </p:txBody>
          </p:sp>
          <p:sp>
            <p:nvSpPr>
              <p:cNvPr id="66" name="Rectangle 65">
                <a:extLst>
                  <a:ext uri="{FF2B5EF4-FFF2-40B4-BE49-F238E27FC236}">
                    <a16:creationId xmlns:a16="http://schemas.microsoft.com/office/drawing/2014/main" id="{F3E789FA-B7EF-5E86-EC85-9BAC58B55530}"/>
                  </a:ext>
                </a:extLst>
              </p:cNvPr>
              <p:cNvSpPr/>
              <p:nvPr/>
            </p:nvSpPr>
            <p:spPr>
              <a:xfrm>
                <a:off x="1618023" y="4656710"/>
                <a:ext cx="885506" cy="324618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bIns="0" rtlCol="0" anchor="t" anchorCtr="0"/>
              <a:lstStyle/>
              <a:p>
                <a:r>
                  <a:rPr lang="de-DE" sz="100" noProof="1">
                    <a:latin typeface="Aptos Display" panose="020B0004020202020204" pitchFamily="34" charset="0"/>
                  </a:rPr>
                  <a:t>Storage</a:t>
                </a:r>
              </a:p>
              <a:p>
                <a:endParaRPr lang="de-DE" sz="100" noProof="1">
                  <a:latin typeface="Aptos Display" panose="020B0004020202020204" pitchFamily="34" charset="0"/>
                </a:endParaRPr>
              </a:p>
            </p:txBody>
          </p:sp>
          <p:sp>
            <p:nvSpPr>
              <p:cNvPr id="141" name="Rectangle 140">
                <a:extLst>
                  <a:ext uri="{FF2B5EF4-FFF2-40B4-BE49-F238E27FC236}">
                    <a16:creationId xmlns:a16="http://schemas.microsoft.com/office/drawing/2014/main" id="{0E7165E2-CD91-965C-E7CB-D603837B5373}"/>
                  </a:ext>
                </a:extLst>
              </p:cNvPr>
              <p:cNvSpPr/>
              <p:nvPr/>
            </p:nvSpPr>
            <p:spPr>
              <a:xfrm>
                <a:off x="1618023" y="2418612"/>
                <a:ext cx="885506" cy="137160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bIns="0" rtlCol="0" anchor="ctr" anchorCtr="0"/>
              <a:lstStyle/>
              <a:p>
                <a:r>
                  <a:rPr lang="de-DE" sz="100" noProof="1">
                    <a:latin typeface="Aptos Display" panose="020B0004020202020204" pitchFamily="34" charset="0"/>
                  </a:rPr>
                  <a:t>Switch ToR</a:t>
                </a:r>
              </a:p>
            </p:txBody>
          </p:sp>
          <p:sp>
            <p:nvSpPr>
              <p:cNvPr id="142" name="Rectangle 141">
                <a:extLst>
                  <a:ext uri="{FF2B5EF4-FFF2-40B4-BE49-F238E27FC236}">
                    <a16:creationId xmlns:a16="http://schemas.microsoft.com/office/drawing/2014/main" id="{9424DF7C-7FBB-8BA2-0638-734275A3E636}"/>
                  </a:ext>
                </a:extLst>
              </p:cNvPr>
              <p:cNvSpPr/>
              <p:nvPr/>
            </p:nvSpPr>
            <p:spPr>
              <a:xfrm>
                <a:off x="1618023" y="2594791"/>
                <a:ext cx="885506" cy="137160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bIns="0" rtlCol="0" anchor="ctr" anchorCtr="0"/>
              <a:lstStyle/>
              <a:p>
                <a:r>
                  <a:rPr lang="de-DE" sz="100" noProof="1">
                    <a:latin typeface="Aptos Display" panose="020B0004020202020204" pitchFamily="34" charset="0"/>
                  </a:rPr>
                  <a:t>Switch ToR</a:t>
                </a:r>
              </a:p>
            </p:txBody>
          </p:sp>
          <p:sp>
            <p:nvSpPr>
              <p:cNvPr id="143" name="Rectangle 142">
                <a:extLst>
                  <a:ext uri="{FF2B5EF4-FFF2-40B4-BE49-F238E27FC236}">
                    <a16:creationId xmlns:a16="http://schemas.microsoft.com/office/drawing/2014/main" id="{588EFDBC-1258-A010-2E64-FC7421C3FECD}"/>
                  </a:ext>
                </a:extLst>
              </p:cNvPr>
              <p:cNvSpPr/>
              <p:nvPr/>
            </p:nvSpPr>
            <p:spPr>
              <a:xfrm>
                <a:off x="1618023" y="5598286"/>
                <a:ext cx="885506" cy="137160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bIns="0" rtlCol="0" anchor="ctr" anchorCtr="0"/>
              <a:lstStyle/>
              <a:p>
                <a:r>
                  <a:rPr lang="de-DE" sz="100" noProof="1">
                    <a:latin typeface="Aptos Display" panose="020B0004020202020204" pitchFamily="34" charset="0"/>
                  </a:rPr>
                  <a:t>Switch Mgmt</a:t>
                </a:r>
              </a:p>
            </p:txBody>
          </p:sp>
        </p:grpSp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684FBAE1-62BF-CBEF-AC2E-A195C02E5439}"/>
                </a:ext>
              </a:extLst>
            </p:cNvPr>
            <p:cNvGrpSpPr/>
            <p:nvPr/>
          </p:nvGrpSpPr>
          <p:grpSpPr>
            <a:xfrm>
              <a:off x="5545339" y="1465550"/>
              <a:ext cx="1008000" cy="3926900"/>
              <a:chOff x="4778018" y="1868498"/>
              <a:chExt cx="1008000" cy="3926900"/>
            </a:xfrm>
          </p:grpSpPr>
          <p:sp>
            <p:nvSpPr>
              <p:cNvPr id="221" name="Rectangle 220">
                <a:extLst>
                  <a:ext uri="{FF2B5EF4-FFF2-40B4-BE49-F238E27FC236}">
                    <a16:creationId xmlns:a16="http://schemas.microsoft.com/office/drawing/2014/main" id="{ED9FA32A-30F6-EBA3-D909-ED788485F763}"/>
                  </a:ext>
                </a:extLst>
              </p:cNvPr>
              <p:cNvSpPr/>
              <p:nvPr/>
            </p:nvSpPr>
            <p:spPr>
              <a:xfrm>
                <a:off x="4778018" y="1868498"/>
                <a:ext cx="1008000" cy="39269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ctr"/>
                <a:r>
                  <a:rPr lang="de-DE" sz="500" b="1" noProof="1">
                    <a:latin typeface="Aptos Display" panose="020B0004020202020204" pitchFamily="34" charset="0"/>
                  </a:rPr>
                  <a:t>Compute</a:t>
                </a:r>
                <a:br>
                  <a:rPr lang="de-DE" sz="500" b="1" noProof="1">
                    <a:latin typeface="Aptos Display" panose="020B0004020202020204" pitchFamily="34" charset="0"/>
                  </a:rPr>
                </a:br>
                <a:r>
                  <a:rPr lang="de-DE" sz="100" noProof="1">
                    <a:latin typeface="Aptos Display" panose="020B0004020202020204" pitchFamily="34" charset="0"/>
                  </a:rPr>
                  <a:t>cPod</a:t>
                </a:r>
                <a:endParaRPr lang="de-DE" sz="500" noProof="1">
                  <a:latin typeface="Aptos Display" panose="020B0004020202020204" pitchFamily="34" charset="0"/>
                </a:endParaRPr>
              </a:p>
            </p:txBody>
          </p:sp>
          <p:sp>
            <p:nvSpPr>
              <p:cNvPr id="222" name="Rectangle 221">
                <a:extLst>
                  <a:ext uri="{FF2B5EF4-FFF2-40B4-BE49-F238E27FC236}">
                    <a16:creationId xmlns:a16="http://schemas.microsoft.com/office/drawing/2014/main" id="{8DA18AC6-74E4-F757-4D9E-9BE179551FAB}"/>
                  </a:ext>
                </a:extLst>
              </p:cNvPr>
              <p:cNvSpPr/>
              <p:nvPr/>
            </p:nvSpPr>
            <p:spPr>
              <a:xfrm>
                <a:off x="4835772" y="5595615"/>
                <a:ext cx="885506" cy="137160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bIns="0" rtlCol="0" anchor="ctr" anchorCtr="0"/>
              <a:lstStyle/>
              <a:p>
                <a:r>
                  <a:rPr lang="de-DE" sz="100" noProof="1">
                    <a:latin typeface="Aptos Display" panose="020B0004020202020204" pitchFamily="34" charset="0"/>
                  </a:rPr>
                  <a:t>Switch Mgmt</a:t>
                </a:r>
              </a:p>
            </p:txBody>
          </p:sp>
          <p:sp>
            <p:nvSpPr>
              <p:cNvPr id="223" name="Rectangle 222">
                <a:extLst>
                  <a:ext uri="{FF2B5EF4-FFF2-40B4-BE49-F238E27FC236}">
                    <a16:creationId xmlns:a16="http://schemas.microsoft.com/office/drawing/2014/main" id="{0F3C2F50-6856-086C-EBA4-DAFD27C664FC}"/>
                  </a:ext>
                </a:extLst>
              </p:cNvPr>
              <p:cNvSpPr/>
              <p:nvPr/>
            </p:nvSpPr>
            <p:spPr>
              <a:xfrm>
                <a:off x="4835772" y="2408834"/>
                <a:ext cx="885506" cy="137160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bIns="0" rtlCol="0" anchor="ctr" anchorCtr="0"/>
              <a:lstStyle/>
              <a:p>
                <a:r>
                  <a:rPr lang="de-DE" sz="100" noProof="1">
                    <a:latin typeface="Aptos Display" panose="020B0004020202020204" pitchFamily="34" charset="0"/>
                  </a:rPr>
                  <a:t>Switch ToR</a:t>
                </a:r>
              </a:p>
            </p:txBody>
          </p:sp>
          <p:sp>
            <p:nvSpPr>
              <p:cNvPr id="224" name="Rectangle 223">
                <a:extLst>
                  <a:ext uri="{FF2B5EF4-FFF2-40B4-BE49-F238E27FC236}">
                    <a16:creationId xmlns:a16="http://schemas.microsoft.com/office/drawing/2014/main" id="{6F08ABFD-C5D9-9929-6A33-16F2C2505484}"/>
                  </a:ext>
                </a:extLst>
              </p:cNvPr>
              <p:cNvSpPr/>
              <p:nvPr/>
            </p:nvSpPr>
            <p:spPr>
              <a:xfrm>
                <a:off x="4835772" y="2596292"/>
                <a:ext cx="885506" cy="137160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bIns="0" rtlCol="0" anchor="ctr" anchorCtr="0"/>
              <a:lstStyle/>
              <a:p>
                <a:r>
                  <a:rPr lang="de-DE" sz="100" noProof="1">
                    <a:latin typeface="Aptos Display" panose="020B0004020202020204" pitchFamily="34" charset="0"/>
                  </a:rPr>
                  <a:t>Switch ToR</a:t>
                </a:r>
              </a:p>
            </p:txBody>
          </p:sp>
          <p:sp>
            <p:nvSpPr>
              <p:cNvPr id="225" name="Rectangle 224">
                <a:extLst>
                  <a:ext uri="{FF2B5EF4-FFF2-40B4-BE49-F238E27FC236}">
                    <a16:creationId xmlns:a16="http://schemas.microsoft.com/office/drawing/2014/main" id="{3E5B61DF-7117-87CB-55A8-93D920187CEE}"/>
                  </a:ext>
                </a:extLst>
              </p:cNvPr>
              <p:cNvSpPr/>
              <p:nvPr/>
            </p:nvSpPr>
            <p:spPr>
              <a:xfrm>
                <a:off x="4835772" y="2783750"/>
                <a:ext cx="885506" cy="137160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bIns="0" rtlCol="0" anchor="ctr" anchorCtr="0"/>
              <a:lstStyle/>
              <a:p>
                <a:r>
                  <a:rPr lang="de-DE" sz="100" noProof="1">
                    <a:latin typeface="Aptos Display" panose="020B0004020202020204" pitchFamily="34" charset="0"/>
                  </a:rPr>
                  <a:t>Compute</a:t>
                </a:r>
              </a:p>
            </p:txBody>
          </p:sp>
          <p:sp>
            <p:nvSpPr>
              <p:cNvPr id="226" name="Rectangle 225">
                <a:extLst>
                  <a:ext uri="{FF2B5EF4-FFF2-40B4-BE49-F238E27FC236}">
                    <a16:creationId xmlns:a16="http://schemas.microsoft.com/office/drawing/2014/main" id="{AAFB309E-F5CF-8599-DBDC-820CB1A0C991}"/>
                  </a:ext>
                </a:extLst>
              </p:cNvPr>
              <p:cNvSpPr/>
              <p:nvPr/>
            </p:nvSpPr>
            <p:spPr>
              <a:xfrm>
                <a:off x="4835772" y="3158666"/>
                <a:ext cx="885506" cy="137160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bIns="0" rtlCol="0" anchor="ctr" anchorCtr="0"/>
              <a:lstStyle/>
              <a:p>
                <a:r>
                  <a:rPr lang="de-DE" sz="100" noProof="1">
                    <a:latin typeface="Aptos Display" panose="020B0004020202020204" pitchFamily="34" charset="0"/>
                  </a:rPr>
                  <a:t>Compute</a:t>
                </a:r>
              </a:p>
            </p:txBody>
          </p:sp>
          <p:sp>
            <p:nvSpPr>
              <p:cNvPr id="227" name="Rectangle 226">
                <a:extLst>
                  <a:ext uri="{FF2B5EF4-FFF2-40B4-BE49-F238E27FC236}">
                    <a16:creationId xmlns:a16="http://schemas.microsoft.com/office/drawing/2014/main" id="{CD3A3D31-FC53-295C-FE67-CFE57838792E}"/>
                  </a:ext>
                </a:extLst>
              </p:cNvPr>
              <p:cNvSpPr/>
              <p:nvPr/>
            </p:nvSpPr>
            <p:spPr>
              <a:xfrm>
                <a:off x="4835772" y="2971208"/>
                <a:ext cx="885506" cy="137160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bIns="0" rtlCol="0" anchor="ctr" anchorCtr="0"/>
              <a:lstStyle/>
              <a:p>
                <a:r>
                  <a:rPr lang="de-DE" sz="100" noProof="1">
                    <a:latin typeface="Aptos Display" panose="020B0004020202020204" pitchFamily="34" charset="0"/>
                  </a:rPr>
                  <a:t>Compute</a:t>
                </a:r>
              </a:p>
            </p:txBody>
          </p:sp>
          <p:sp>
            <p:nvSpPr>
              <p:cNvPr id="228" name="Rectangle 227">
                <a:extLst>
                  <a:ext uri="{FF2B5EF4-FFF2-40B4-BE49-F238E27FC236}">
                    <a16:creationId xmlns:a16="http://schemas.microsoft.com/office/drawing/2014/main" id="{11930F48-E169-FAA3-403A-4C0A76200CBB}"/>
                  </a:ext>
                </a:extLst>
              </p:cNvPr>
              <p:cNvSpPr/>
              <p:nvPr/>
            </p:nvSpPr>
            <p:spPr>
              <a:xfrm>
                <a:off x="4835772" y="3346124"/>
                <a:ext cx="885506" cy="137160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bIns="0" rtlCol="0" anchor="ctr" anchorCtr="0"/>
              <a:lstStyle/>
              <a:p>
                <a:r>
                  <a:rPr lang="de-DE" sz="100" noProof="1">
                    <a:latin typeface="Aptos Display" panose="020B0004020202020204" pitchFamily="34" charset="0"/>
                  </a:rPr>
                  <a:t>Compute</a:t>
                </a:r>
              </a:p>
            </p:txBody>
          </p:sp>
          <p:sp>
            <p:nvSpPr>
              <p:cNvPr id="229" name="Rectangle 228">
                <a:extLst>
                  <a:ext uri="{FF2B5EF4-FFF2-40B4-BE49-F238E27FC236}">
                    <a16:creationId xmlns:a16="http://schemas.microsoft.com/office/drawing/2014/main" id="{EC6AE2B4-8706-07A7-953A-066F3CC0342D}"/>
                  </a:ext>
                </a:extLst>
              </p:cNvPr>
              <p:cNvSpPr/>
              <p:nvPr/>
            </p:nvSpPr>
            <p:spPr>
              <a:xfrm>
                <a:off x="4835772" y="3533582"/>
                <a:ext cx="885506" cy="137160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bIns="0" rtlCol="0" anchor="ctr" anchorCtr="0"/>
              <a:lstStyle/>
              <a:p>
                <a:r>
                  <a:rPr lang="de-DE" sz="100" noProof="1">
                    <a:latin typeface="Aptos Display" panose="020B0004020202020204" pitchFamily="34" charset="0"/>
                  </a:rPr>
                  <a:t>Compute</a:t>
                </a:r>
              </a:p>
            </p:txBody>
          </p:sp>
          <p:sp>
            <p:nvSpPr>
              <p:cNvPr id="230" name="Rectangle 229">
                <a:extLst>
                  <a:ext uri="{FF2B5EF4-FFF2-40B4-BE49-F238E27FC236}">
                    <a16:creationId xmlns:a16="http://schemas.microsoft.com/office/drawing/2014/main" id="{14AA7018-EAD6-49B5-93C2-5F52AC780B01}"/>
                  </a:ext>
                </a:extLst>
              </p:cNvPr>
              <p:cNvSpPr/>
              <p:nvPr/>
            </p:nvSpPr>
            <p:spPr>
              <a:xfrm>
                <a:off x="4835772" y="3721040"/>
                <a:ext cx="885506" cy="137160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bIns="0" rtlCol="0" anchor="ctr" anchorCtr="0"/>
              <a:lstStyle/>
              <a:p>
                <a:r>
                  <a:rPr lang="de-DE" sz="100" noProof="1">
                    <a:latin typeface="Aptos Display" panose="020B0004020202020204" pitchFamily="34" charset="0"/>
                  </a:rPr>
                  <a:t>Compute</a:t>
                </a:r>
              </a:p>
            </p:txBody>
          </p:sp>
          <p:sp>
            <p:nvSpPr>
              <p:cNvPr id="231" name="Rectangle 230">
                <a:extLst>
                  <a:ext uri="{FF2B5EF4-FFF2-40B4-BE49-F238E27FC236}">
                    <a16:creationId xmlns:a16="http://schemas.microsoft.com/office/drawing/2014/main" id="{22400BD4-6794-4894-DBB0-9FFAE0EAD3E9}"/>
                  </a:ext>
                </a:extLst>
              </p:cNvPr>
              <p:cNvSpPr/>
              <p:nvPr/>
            </p:nvSpPr>
            <p:spPr>
              <a:xfrm>
                <a:off x="4835772" y="3908498"/>
                <a:ext cx="885506" cy="137160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bIns="0" rtlCol="0" anchor="ctr" anchorCtr="0"/>
              <a:lstStyle/>
              <a:p>
                <a:r>
                  <a:rPr lang="de-DE" sz="100" noProof="1">
                    <a:latin typeface="Aptos Display" panose="020B0004020202020204" pitchFamily="34" charset="0"/>
                  </a:rPr>
                  <a:t>Compute</a:t>
                </a:r>
              </a:p>
            </p:txBody>
          </p:sp>
          <p:sp>
            <p:nvSpPr>
              <p:cNvPr id="232" name="Rectangle 231">
                <a:extLst>
                  <a:ext uri="{FF2B5EF4-FFF2-40B4-BE49-F238E27FC236}">
                    <a16:creationId xmlns:a16="http://schemas.microsoft.com/office/drawing/2014/main" id="{1EC100BA-3D68-6D66-CF9F-B34D0A832590}"/>
                  </a:ext>
                </a:extLst>
              </p:cNvPr>
              <p:cNvSpPr/>
              <p:nvPr/>
            </p:nvSpPr>
            <p:spPr>
              <a:xfrm>
                <a:off x="4835772" y="4095956"/>
                <a:ext cx="885506" cy="137160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bIns="0" rtlCol="0" anchor="ctr" anchorCtr="0"/>
              <a:lstStyle/>
              <a:p>
                <a:r>
                  <a:rPr lang="de-DE" sz="100" noProof="1">
                    <a:latin typeface="Aptos Display" panose="020B0004020202020204" pitchFamily="34" charset="0"/>
                  </a:rPr>
                  <a:t>Compute</a:t>
                </a:r>
              </a:p>
            </p:txBody>
          </p:sp>
          <p:sp>
            <p:nvSpPr>
              <p:cNvPr id="233" name="Rectangle 232">
                <a:extLst>
                  <a:ext uri="{FF2B5EF4-FFF2-40B4-BE49-F238E27FC236}">
                    <a16:creationId xmlns:a16="http://schemas.microsoft.com/office/drawing/2014/main" id="{191276EB-3306-A95D-0C55-7330DF0F390C}"/>
                  </a:ext>
                </a:extLst>
              </p:cNvPr>
              <p:cNvSpPr/>
              <p:nvPr/>
            </p:nvSpPr>
            <p:spPr>
              <a:xfrm>
                <a:off x="4835772" y="4283414"/>
                <a:ext cx="885506" cy="137160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bIns="0" rtlCol="0" anchor="ctr" anchorCtr="0"/>
              <a:lstStyle/>
              <a:p>
                <a:r>
                  <a:rPr lang="de-DE" sz="100" noProof="1">
                    <a:latin typeface="Aptos Display" panose="020B0004020202020204" pitchFamily="34" charset="0"/>
                  </a:rPr>
                  <a:t>Compute</a:t>
                </a:r>
              </a:p>
            </p:txBody>
          </p:sp>
          <p:sp>
            <p:nvSpPr>
              <p:cNvPr id="234" name="Rectangle 233">
                <a:extLst>
                  <a:ext uri="{FF2B5EF4-FFF2-40B4-BE49-F238E27FC236}">
                    <a16:creationId xmlns:a16="http://schemas.microsoft.com/office/drawing/2014/main" id="{8BD0EC91-51D2-7E04-50BD-9D5E8405688D}"/>
                  </a:ext>
                </a:extLst>
              </p:cNvPr>
              <p:cNvSpPr/>
              <p:nvPr/>
            </p:nvSpPr>
            <p:spPr>
              <a:xfrm>
                <a:off x="4835772" y="4470872"/>
                <a:ext cx="885506" cy="137160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bIns="0" rtlCol="0" anchor="ctr" anchorCtr="0"/>
              <a:lstStyle/>
              <a:p>
                <a:r>
                  <a:rPr lang="de-DE" sz="100" noProof="1">
                    <a:latin typeface="Aptos Display" panose="020B0004020202020204" pitchFamily="34" charset="0"/>
                  </a:rPr>
                  <a:t>Compute</a:t>
                </a:r>
              </a:p>
            </p:txBody>
          </p:sp>
          <p:sp>
            <p:nvSpPr>
              <p:cNvPr id="235" name="Rectangle 234">
                <a:extLst>
                  <a:ext uri="{FF2B5EF4-FFF2-40B4-BE49-F238E27FC236}">
                    <a16:creationId xmlns:a16="http://schemas.microsoft.com/office/drawing/2014/main" id="{238E4457-636A-F976-91BA-AF9CB1CC44CB}"/>
                  </a:ext>
                </a:extLst>
              </p:cNvPr>
              <p:cNvSpPr/>
              <p:nvPr/>
            </p:nvSpPr>
            <p:spPr>
              <a:xfrm>
                <a:off x="4835772" y="4658330"/>
                <a:ext cx="885506" cy="137160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bIns="0" rtlCol="0" anchor="ctr" anchorCtr="0"/>
              <a:lstStyle/>
              <a:p>
                <a:r>
                  <a:rPr lang="de-DE" sz="100" noProof="1">
                    <a:latin typeface="Aptos Display" panose="020B0004020202020204" pitchFamily="34" charset="0"/>
                  </a:rPr>
                  <a:t>Compute</a:t>
                </a:r>
              </a:p>
            </p:txBody>
          </p:sp>
          <p:sp>
            <p:nvSpPr>
              <p:cNvPr id="236" name="Rectangle 235">
                <a:extLst>
                  <a:ext uri="{FF2B5EF4-FFF2-40B4-BE49-F238E27FC236}">
                    <a16:creationId xmlns:a16="http://schemas.microsoft.com/office/drawing/2014/main" id="{4552D25A-87E5-4ACE-C9C8-3EA104B72316}"/>
                  </a:ext>
                </a:extLst>
              </p:cNvPr>
              <p:cNvSpPr/>
              <p:nvPr/>
            </p:nvSpPr>
            <p:spPr>
              <a:xfrm>
                <a:off x="4835772" y="4845788"/>
                <a:ext cx="885506" cy="137160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bIns="0" rtlCol="0" anchor="ctr" anchorCtr="0"/>
              <a:lstStyle/>
              <a:p>
                <a:r>
                  <a:rPr lang="de-DE" sz="100" noProof="1">
                    <a:latin typeface="Aptos Display" panose="020B0004020202020204" pitchFamily="34" charset="0"/>
                  </a:rPr>
                  <a:t>Compute</a:t>
                </a:r>
              </a:p>
            </p:txBody>
          </p:sp>
          <p:sp>
            <p:nvSpPr>
              <p:cNvPr id="237" name="Rectangle 236">
                <a:extLst>
                  <a:ext uri="{FF2B5EF4-FFF2-40B4-BE49-F238E27FC236}">
                    <a16:creationId xmlns:a16="http://schemas.microsoft.com/office/drawing/2014/main" id="{270BD06A-424C-0CEF-69EF-3A40C06A5183}"/>
                  </a:ext>
                </a:extLst>
              </p:cNvPr>
              <p:cNvSpPr/>
              <p:nvPr/>
            </p:nvSpPr>
            <p:spPr>
              <a:xfrm>
                <a:off x="4835772" y="5033246"/>
                <a:ext cx="885506" cy="137160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bIns="0" rtlCol="0" anchor="ctr" anchorCtr="0"/>
              <a:lstStyle/>
              <a:p>
                <a:r>
                  <a:rPr lang="de-DE" sz="100" noProof="1">
                    <a:latin typeface="Aptos Display" panose="020B0004020202020204" pitchFamily="34" charset="0"/>
                  </a:rPr>
                  <a:t>Compute</a:t>
                </a:r>
              </a:p>
            </p:txBody>
          </p:sp>
          <p:sp>
            <p:nvSpPr>
              <p:cNvPr id="238" name="Rectangle 237">
                <a:extLst>
                  <a:ext uri="{FF2B5EF4-FFF2-40B4-BE49-F238E27FC236}">
                    <a16:creationId xmlns:a16="http://schemas.microsoft.com/office/drawing/2014/main" id="{D4B0C168-53E8-7258-420D-52304FC78DDF}"/>
                  </a:ext>
                </a:extLst>
              </p:cNvPr>
              <p:cNvSpPr/>
              <p:nvPr/>
            </p:nvSpPr>
            <p:spPr>
              <a:xfrm>
                <a:off x="4835772" y="5220704"/>
                <a:ext cx="885506" cy="137160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bIns="0" rtlCol="0" anchor="ctr" anchorCtr="0"/>
              <a:lstStyle/>
              <a:p>
                <a:r>
                  <a:rPr lang="de-DE" sz="100" noProof="1">
                    <a:latin typeface="Aptos Display" panose="020B0004020202020204" pitchFamily="34" charset="0"/>
                  </a:rPr>
                  <a:t>Compute</a:t>
                </a:r>
              </a:p>
            </p:txBody>
          </p:sp>
        </p:grpSp>
        <p:grpSp>
          <p:nvGrpSpPr>
            <p:cNvPr id="504" name="Group 503">
              <a:extLst>
                <a:ext uri="{FF2B5EF4-FFF2-40B4-BE49-F238E27FC236}">
                  <a16:creationId xmlns:a16="http://schemas.microsoft.com/office/drawing/2014/main" id="{6B2AE0F6-7F27-54F6-101C-1513AE20BE4A}"/>
                </a:ext>
              </a:extLst>
            </p:cNvPr>
            <p:cNvGrpSpPr/>
            <p:nvPr/>
          </p:nvGrpSpPr>
          <p:grpSpPr>
            <a:xfrm>
              <a:off x="2126297" y="1465550"/>
              <a:ext cx="1008000" cy="3919881"/>
              <a:chOff x="6872619" y="1864587"/>
              <a:chExt cx="1008000" cy="3919881"/>
            </a:xfrm>
          </p:grpSpPr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DAEA1708-F2CF-6378-8208-0228CFE1AF7B}"/>
                  </a:ext>
                </a:extLst>
              </p:cNvPr>
              <p:cNvSpPr/>
              <p:nvPr/>
            </p:nvSpPr>
            <p:spPr>
              <a:xfrm>
                <a:off x="6872619" y="1864587"/>
                <a:ext cx="1008000" cy="3919881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ctr"/>
                <a:r>
                  <a:rPr lang="de-DE" sz="500" b="1" noProof="1">
                    <a:latin typeface="Aptos Display" panose="020B0004020202020204" pitchFamily="34" charset="0"/>
                  </a:rPr>
                  <a:t>Fabric</a:t>
                </a:r>
                <a:br>
                  <a:rPr lang="de-DE" sz="500" b="1" noProof="1">
                    <a:latin typeface="Aptos Display" panose="020B0004020202020204" pitchFamily="34" charset="0"/>
                  </a:rPr>
                </a:br>
                <a:r>
                  <a:rPr lang="de-DE" sz="100" noProof="1">
                    <a:latin typeface="Aptos Display" panose="020B0004020202020204" pitchFamily="34" charset="0"/>
                  </a:rPr>
                  <a:t>netBB</a:t>
                </a:r>
                <a:endParaRPr lang="de-DE" sz="500" noProof="1">
                  <a:latin typeface="Aptos Display" panose="020B0004020202020204" pitchFamily="34" charset="0"/>
                </a:endParaRPr>
              </a:p>
            </p:txBody>
          </p:sp>
          <p:sp>
            <p:nvSpPr>
              <p:cNvPr id="153" name="Rectangle 152">
                <a:extLst>
                  <a:ext uri="{FF2B5EF4-FFF2-40B4-BE49-F238E27FC236}">
                    <a16:creationId xmlns:a16="http://schemas.microsoft.com/office/drawing/2014/main" id="{38A74EC4-5590-5C1E-8AFE-84A7988391D9}"/>
                  </a:ext>
                </a:extLst>
              </p:cNvPr>
              <p:cNvSpPr/>
              <p:nvPr/>
            </p:nvSpPr>
            <p:spPr>
              <a:xfrm>
                <a:off x="6933866" y="3609315"/>
                <a:ext cx="885506" cy="137160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bIns="0" rtlCol="0" anchor="ctr" anchorCtr="0"/>
              <a:lstStyle/>
              <a:p>
                <a:r>
                  <a:rPr lang="de-DE" sz="100" noProof="1">
                    <a:latin typeface="Aptos Display" panose="020B0004020202020204" pitchFamily="34" charset="0"/>
                  </a:rPr>
                  <a:t>Switch Core</a:t>
                </a:r>
              </a:p>
            </p:txBody>
          </p:sp>
          <p:sp>
            <p:nvSpPr>
              <p:cNvPr id="154" name="Rectangle 153">
                <a:extLst>
                  <a:ext uri="{FF2B5EF4-FFF2-40B4-BE49-F238E27FC236}">
                    <a16:creationId xmlns:a16="http://schemas.microsoft.com/office/drawing/2014/main" id="{1745B4AC-AC78-8C8F-DC64-2CA10EB3EBF8}"/>
                  </a:ext>
                </a:extLst>
              </p:cNvPr>
              <p:cNvSpPr/>
              <p:nvPr/>
            </p:nvSpPr>
            <p:spPr>
              <a:xfrm>
                <a:off x="6933866" y="3795520"/>
                <a:ext cx="885506" cy="137160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bIns="0" rtlCol="0" anchor="ctr" anchorCtr="0"/>
              <a:lstStyle/>
              <a:p>
                <a:r>
                  <a:rPr lang="de-DE" sz="100" noProof="1">
                    <a:latin typeface="Aptos Display" panose="020B0004020202020204" pitchFamily="34" charset="0"/>
                  </a:rPr>
                  <a:t>Switch Core</a:t>
                </a:r>
              </a:p>
            </p:txBody>
          </p:sp>
          <p:sp>
            <p:nvSpPr>
              <p:cNvPr id="155" name="Rectangle 154">
                <a:extLst>
                  <a:ext uri="{FF2B5EF4-FFF2-40B4-BE49-F238E27FC236}">
                    <a16:creationId xmlns:a16="http://schemas.microsoft.com/office/drawing/2014/main" id="{3AB511BE-F698-D7A2-97C9-CA8DE6B23914}"/>
                  </a:ext>
                </a:extLst>
              </p:cNvPr>
              <p:cNvSpPr/>
              <p:nvPr/>
            </p:nvSpPr>
            <p:spPr>
              <a:xfrm>
                <a:off x="6933866" y="2408895"/>
                <a:ext cx="885506" cy="137160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bIns="0" rtlCol="0" anchor="ctr" anchorCtr="0"/>
              <a:lstStyle/>
              <a:p>
                <a:r>
                  <a:rPr lang="de-DE" sz="100" noProof="1">
                    <a:latin typeface="Aptos Display" panose="020B0004020202020204" pitchFamily="34" charset="0"/>
                  </a:rPr>
                  <a:t>Switch Spine</a:t>
                </a:r>
              </a:p>
            </p:txBody>
          </p:sp>
          <p:sp>
            <p:nvSpPr>
              <p:cNvPr id="156" name="Rectangle 155">
                <a:extLst>
                  <a:ext uri="{FF2B5EF4-FFF2-40B4-BE49-F238E27FC236}">
                    <a16:creationId xmlns:a16="http://schemas.microsoft.com/office/drawing/2014/main" id="{19B2506D-0560-BD43-A74D-70561A90D0E6}"/>
                  </a:ext>
                </a:extLst>
              </p:cNvPr>
              <p:cNvSpPr/>
              <p:nvPr/>
            </p:nvSpPr>
            <p:spPr>
              <a:xfrm>
                <a:off x="6933866" y="2595100"/>
                <a:ext cx="885506" cy="137160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bIns="0" rtlCol="0" anchor="ctr" anchorCtr="0"/>
              <a:lstStyle/>
              <a:p>
                <a:r>
                  <a:rPr lang="de-DE" sz="100" noProof="1">
                    <a:latin typeface="Aptos Display" panose="020B0004020202020204" pitchFamily="34" charset="0"/>
                  </a:rPr>
                  <a:t>Switch Spine</a:t>
                </a:r>
              </a:p>
            </p:txBody>
          </p:sp>
          <p:sp>
            <p:nvSpPr>
              <p:cNvPr id="157" name="Rectangle 156">
                <a:extLst>
                  <a:ext uri="{FF2B5EF4-FFF2-40B4-BE49-F238E27FC236}">
                    <a16:creationId xmlns:a16="http://schemas.microsoft.com/office/drawing/2014/main" id="{FCE5CD96-054C-DB66-BDBD-7EF2FBE0D793}"/>
                  </a:ext>
                </a:extLst>
              </p:cNvPr>
              <p:cNvSpPr/>
              <p:nvPr/>
            </p:nvSpPr>
            <p:spPr>
              <a:xfrm>
                <a:off x="6933866" y="2781305"/>
                <a:ext cx="885506" cy="137160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bIns="0" rtlCol="0" anchor="ctr" anchorCtr="0"/>
              <a:lstStyle/>
              <a:p>
                <a:r>
                  <a:rPr lang="de-DE" sz="100" noProof="1">
                    <a:latin typeface="Aptos Display" panose="020B0004020202020204" pitchFamily="34" charset="0"/>
                  </a:rPr>
                  <a:t>Switch Spine</a:t>
                </a:r>
              </a:p>
            </p:txBody>
          </p:sp>
          <p:sp>
            <p:nvSpPr>
              <p:cNvPr id="159" name="Rectangle 158">
                <a:extLst>
                  <a:ext uri="{FF2B5EF4-FFF2-40B4-BE49-F238E27FC236}">
                    <a16:creationId xmlns:a16="http://schemas.microsoft.com/office/drawing/2014/main" id="{7569A358-0D40-9A24-023D-9A1C24E913CA}"/>
                  </a:ext>
                </a:extLst>
              </p:cNvPr>
              <p:cNvSpPr/>
              <p:nvPr/>
            </p:nvSpPr>
            <p:spPr>
              <a:xfrm>
                <a:off x="6933866" y="2967510"/>
                <a:ext cx="885506" cy="137160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bIns="0" rtlCol="0" anchor="ctr" anchorCtr="0"/>
              <a:lstStyle/>
              <a:p>
                <a:r>
                  <a:rPr lang="de-DE" sz="100" noProof="1">
                    <a:latin typeface="Aptos Display" panose="020B0004020202020204" pitchFamily="34" charset="0"/>
                  </a:rPr>
                  <a:t>Switch Leaf</a:t>
                </a:r>
              </a:p>
            </p:txBody>
          </p:sp>
          <p:sp>
            <p:nvSpPr>
              <p:cNvPr id="160" name="Rectangle 159">
                <a:extLst>
                  <a:ext uri="{FF2B5EF4-FFF2-40B4-BE49-F238E27FC236}">
                    <a16:creationId xmlns:a16="http://schemas.microsoft.com/office/drawing/2014/main" id="{BF63725F-D4FF-7D2D-C96D-15206AF3A842}"/>
                  </a:ext>
                </a:extLst>
              </p:cNvPr>
              <p:cNvSpPr/>
              <p:nvPr/>
            </p:nvSpPr>
            <p:spPr>
              <a:xfrm>
                <a:off x="6933866" y="3153715"/>
                <a:ext cx="885506" cy="137160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bIns="0" rtlCol="0" anchor="ctr" anchorCtr="0"/>
              <a:lstStyle/>
              <a:p>
                <a:r>
                  <a:rPr lang="de-DE" sz="100" noProof="1">
                    <a:latin typeface="Aptos Display" panose="020B0004020202020204" pitchFamily="34" charset="0"/>
                  </a:rPr>
                  <a:t>Switch Leaf</a:t>
                </a:r>
              </a:p>
            </p:txBody>
          </p:sp>
          <p:sp>
            <p:nvSpPr>
              <p:cNvPr id="163" name="Rectangle 162">
                <a:extLst>
                  <a:ext uri="{FF2B5EF4-FFF2-40B4-BE49-F238E27FC236}">
                    <a16:creationId xmlns:a16="http://schemas.microsoft.com/office/drawing/2014/main" id="{212CFB11-B49F-1EB5-8D2F-73681B0E1D36}"/>
                  </a:ext>
                </a:extLst>
              </p:cNvPr>
              <p:cNvSpPr/>
              <p:nvPr/>
            </p:nvSpPr>
            <p:spPr>
              <a:xfrm>
                <a:off x="6933866" y="4094572"/>
                <a:ext cx="885506" cy="137160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bIns="0" rtlCol="0" anchor="ctr" anchorCtr="0"/>
              <a:lstStyle/>
              <a:p>
                <a:r>
                  <a:rPr lang="de-DE" sz="100" noProof="1">
                    <a:latin typeface="Aptos Display" panose="020B0004020202020204" pitchFamily="34" charset="0"/>
                  </a:rPr>
                  <a:t>Firewall</a:t>
                </a:r>
              </a:p>
            </p:txBody>
          </p:sp>
          <p:sp>
            <p:nvSpPr>
              <p:cNvPr id="251" name="Rectangle 250">
                <a:extLst>
                  <a:ext uri="{FF2B5EF4-FFF2-40B4-BE49-F238E27FC236}">
                    <a16:creationId xmlns:a16="http://schemas.microsoft.com/office/drawing/2014/main" id="{3E4FD61F-F9B9-662B-2ADA-A51419BB096A}"/>
                  </a:ext>
                </a:extLst>
              </p:cNvPr>
              <p:cNvSpPr/>
              <p:nvPr/>
            </p:nvSpPr>
            <p:spPr>
              <a:xfrm>
                <a:off x="6933866" y="5597128"/>
                <a:ext cx="885506" cy="137160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bIns="0" rtlCol="0" anchor="ctr" anchorCtr="0"/>
              <a:lstStyle/>
              <a:p>
                <a:r>
                  <a:rPr lang="de-DE" sz="100" noProof="1">
                    <a:latin typeface="Aptos Display" panose="020B0004020202020204" pitchFamily="34" charset="0"/>
                  </a:rPr>
                  <a:t>Switch Mgmt</a:t>
                </a:r>
              </a:p>
            </p:txBody>
          </p:sp>
          <p:sp>
            <p:nvSpPr>
              <p:cNvPr id="252" name="Rectangle 251">
                <a:extLst>
                  <a:ext uri="{FF2B5EF4-FFF2-40B4-BE49-F238E27FC236}">
                    <a16:creationId xmlns:a16="http://schemas.microsoft.com/office/drawing/2014/main" id="{2C428976-6EFC-DABE-F058-3131CD8449E6}"/>
                  </a:ext>
                </a:extLst>
              </p:cNvPr>
              <p:cNvSpPr/>
              <p:nvPr/>
            </p:nvSpPr>
            <p:spPr>
              <a:xfrm>
                <a:off x="6933866" y="5424400"/>
                <a:ext cx="885506" cy="137160"/>
              </a:xfrm>
              <a:prstGeom prst="rect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bIns="0" rtlCol="0" anchor="ctr" anchorCtr="0"/>
              <a:lstStyle/>
              <a:p>
                <a:r>
                  <a:rPr lang="de-DE" sz="100" noProof="1">
                    <a:latin typeface="Aptos Display" panose="020B0004020202020204" pitchFamily="34" charset="0"/>
                  </a:rPr>
                  <a:t>Console</a:t>
                </a:r>
              </a:p>
            </p:txBody>
          </p:sp>
          <p:sp>
            <p:nvSpPr>
              <p:cNvPr id="321" name="Rectangle 320">
                <a:extLst>
                  <a:ext uri="{FF2B5EF4-FFF2-40B4-BE49-F238E27FC236}">
                    <a16:creationId xmlns:a16="http://schemas.microsoft.com/office/drawing/2014/main" id="{848D2149-371F-F27B-E039-E098AA44AD08}"/>
                  </a:ext>
                </a:extLst>
              </p:cNvPr>
              <p:cNvSpPr/>
              <p:nvPr/>
            </p:nvSpPr>
            <p:spPr>
              <a:xfrm>
                <a:off x="6933866" y="4266763"/>
                <a:ext cx="885506" cy="137160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bIns="0" rtlCol="0" anchor="ctr" anchorCtr="0"/>
              <a:lstStyle/>
              <a:p>
                <a:r>
                  <a:rPr lang="de-DE" sz="100" noProof="1">
                    <a:latin typeface="Aptos Display" panose="020B0004020202020204" pitchFamily="34" charset="0"/>
                  </a:rPr>
                  <a:t>Firewall</a:t>
                </a:r>
              </a:p>
            </p:txBody>
          </p:sp>
        </p:grpSp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EB8A4855-195E-B78A-D930-EE57395FDEC0}"/>
                </a:ext>
              </a:extLst>
            </p:cNvPr>
            <p:cNvGrpSpPr/>
            <p:nvPr/>
          </p:nvGrpSpPr>
          <p:grpSpPr>
            <a:xfrm>
              <a:off x="8791150" y="1465550"/>
              <a:ext cx="1008000" cy="3926900"/>
              <a:chOff x="2612384" y="1868498"/>
              <a:chExt cx="1008000" cy="3926900"/>
            </a:xfrm>
          </p:grpSpPr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577F5E3A-75AD-99A5-713A-358455A14CF5}"/>
                  </a:ext>
                </a:extLst>
              </p:cNvPr>
              <p:cNvSpPr/>
              <p:nvPr/>
            </p:nvSpPr>
            <p:spPr>
              <a:xfrm>
                <a:off x="2612384" y="1868498"/>
                <a:ext cx="1008000" cy="39269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ctr"/>
                <a:r>
                  <a:rPr lang="de-DE" sz="500" b="1" noProof="1">
                    <a:latin typeface="Aptos Display" panose="020B0004020202020204" pitchFamily="34" charset="0"/>
                  </a:rPr>
                  <a:t>AI</a:t>
                </a:r>
                <a:br>
                  <a:rPr lang="de-DE" sz="500" b="1" noProof="1">
                    <a:latin typeface="Aptos Display" panose="020B0004020202020204" pitchFamily="34" charset="0"/>
                  </a:rPr>
                </a:br>
                <a:r>
                  <a:rPr lang="de-DE" sz="100" noProof="1">
                    <a:latin typeface="Aptos Display" panose="020B0004020202020204" pitchFamily="34" charset="0"/>
                  </a:rPr>
                  <a:t>gpuPod</a:t>
                </a:r>
                <a:endParaRPr lang="de-DE" sz="500" noProof="1">
                  <a:latin typeface="Aptos Display" panose="020B0004020202020204" pitchFamily="34" charset="0"/>
                </a:endParaRPr>
              </a:p>
            </p:txBody>
          </p:sp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09187DD7-8A2F-EB43-ED65-4EE96466AC83}"/>
                  </a:ext>
                </a:extLst>
              </p:cNvPr>
              <p:cNvSpPr/>
              <p:nvPr/>
            </p:nvSpPr>
            <p:spPr>
              <a:xfrm>
                <a:off x="2673832" y="2783751"/>
                <a:ext cx="885506" cy="324618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bIns="0" rtlCol="0" anchor="t" anchorCtr="0"/>
              <a:lstStyle/>
              <a:p>
                <a:r>
                  <a:rPr lang="de-DE" sz="100" noProof="1">
                    <a:latin typeface="Aptos Display" panose="020B0004020202020204" pitchFamily="34" charset="0"/>
                  </a:rPr>
                  <a:t>GPU Inference</a:t>
                </a:r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A2EFA2AA-E399-EA8E-DEE2-FEBE1D3C998F}"/>
                  </a:ext>
                </a:extLst>
              </p:cNvPr>
              <p:cNvSpPr/>
              <p:nvPr/>
            </p:nvSpPr>
            <p:spPr>
              <a:xfrm>
                <a:off x="2673832" y="3162838"/>
                <a:ext cx="885506" cy="320446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bIns="0" rtlCol="0" anchor="t" anchorCtr="0"/>
              <a:lstStyle/>
              <a:p>
                <a:r>
                  <a:rPr lang="de-DE" sz="100" noProof="1">
                    <a:latin typeface="Aptos Display" panose="020B0004020202020204" pitchFamily="34" charset="0"/>
                  </a:rPr>
                  <a:t>GPU Inference</a:t>
                </a:r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F4CF6817-8493-A1BD-CAD4-932224A7FFA0}"/>
                  </a:ext>
                </a:extLst>
              </p:cNvPr>
              <p:cNvSpPr/>
              <p:nvPr/>
            </p:nvSpPr>
            <p:spPr>
              <a:xfrm>
                <a:off x="2673832" y="3533582"/>
                <a:ext cx="885506" cy="324618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bIns="0" rtlCol="0" anchor="t" anchorCtr="0"/>
              <a:lstStyle/>
              <a:p>
                <a:r>
                  <a:rPr lang="de-DE" sz="100" noProof="1">
                    <a:latin typeface="Aptos Display" panose="020B0004020202020204" pitchFamily="34" charset="0"/>
                  </a:rPr>
                  <a:t>GPU Inference </a:t>
                </a:r>
              </a:p>
              <a:p>
                <a:endParaRPr lang="de-DE" sz="100" noProof="1">
                  <a:latin typeface="Aptos Display" panose="020B0004020202020204" pitchFamily="34" charset="0"/>
                </a:endParaRPr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5F5C9282-CB7E-CE26-C4D3-4224BC06D493}"/>
                  </a:ext>
                </a:extLst>
              </p:cNvPr>
              <p:cNvSpPr/>
              <p:nvPr/>
            </p:nvSpPr>
            <p:spPr>
              <a:xfrm>
                <a:off x="2673832" y="3908615"/>
                <a:ext cx="885506" cy="324618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bIns="0" rtlCol="0" anchor="t" anchorCtr="0"/>
              <a:lstStyle/>
              <a:p>
                <a:r>
                  <a:rPr lang="de-DE" sz="100" noProof="1">
                    <a:latin typeface="Aptos Display" panose="020B0004020202020204" pitchFamily="34" charset="0"/>
                  </a:rPr>
                  <a:t>GPU Inference</a:t>
                </a:r>
              </a:p>
              <a:p>
                <a:endParaRPr lang="de-DE" sz="100" noProof="1">
                  <a:latin typeface="Aptos Display" panose="020B0004020202020204" pitchFamily="34" charset="0"/>
                </a:endParaRPr>
              </a:p>
            </p:txBody>
          </p:sp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65712930-54FF-2C02-5AD7-3D70B94C0263}"/>
                  </a:ext>
                </a:extLst>
              </p:cNvPr>
              <p:cNvSpPr/>
              <p:nvPr/>
            </p:nvSpPr>
            <p:spPr>
              <a:xfrm>
                <a:off x="2673832" y="2420113"/>
                <a:ext cx="885506" cy="137160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bIns="0" rtlCol="0" anchor="ctr" anchorCtr="0"/>
              <a:lstStyle/>
              <a:p>
                <a:r>
                  <a:rPr lang="de-DE" sz="100" noProof="1">
                    <a:latin typeface="Aptos Display" panose="020B0004020202020204" pitchFamily="34" charset="0"/>
                  </a:rPr>
                  <a:t>Switch ToR</a:t>
                </a:r>
              </a:p>
            </p:txBody>
          </p:sp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FA3061B7-2F80-C284-75B8-BAB7243B9EA8}"/>
                  </a:ext>
                </a:extLst>
              </p:cNvPr>
              <p:cNvSpPr/>
              <p:nvPr/>
            </p:nvSpPr>
            <p:spPr>
              <a:xfrm>
                <a:off x="2673832" y="2596292"/>
                <a:ext cx="885506" cy="137160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bIns="0" rtlCol="0" anchor="ctr" anchorCtr="0"/>
              <a:lstStyle/>
              <a:p>
                <a:r>
                  <a:rPr lang="de-DE" sz="100" noProof="1">
                    <a:latin typeface="Aptos Display" panose="020B0004020202020204" pitchFamily="34" charset="0"/>
                  </a:rPr>
                  <a:t>Switch ToR</a:t>
                </a:r>
              </a:p>
            </p:txBody>
          </p:sp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F923B164-97E5-15DD-79CF-5A713873CA0C}"/>
                  </a:ext>
                </a:extLst>
              </p:cNvPr>
              <p:cNvSpPr/>
              <p:nvPr/>
            </p:nvSpPr>
            <p:spPr>
              <a:xfrm>
                <a:off x="2673832" y="5599787"/>
                <a:ext cx="885506" cy="137160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bIns="0" rtlCol="0" anchor="ctr" anchorCtr="0"/>
              <a:lstStyle/>
              <a:p>
                <a:r>
                  <a:rPr lang="de-DE" sz="100" noProof="1">
                    <a:latin typeface="Aptos Display" panose="020B0004020202020204" pitchFamily="34" charset="0"/>
                  </a:rPr>
                  <a:t>Switch Mgmt</a:t>
                </a:r>
              </a:p>
            </p:txBody>
          </p:sp>
        </p:grpSp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EF7B2A2E-D5A1-0118-3950-F190E201E6E6}"/>
                </a:ext>
              </a:extLst>
            </p:cNvPr>
            <p:cNvGrpSpPr/>
            <p:nvPr/>
          </p:nvGrpSpPr>
          <p:grpSpPr>
            <a:xfrm>
              <a:off x="9871026" y="1465550"/>
              <a:ext cx="1008000" cy="3926900"/>
              <a:chOff x="3686853" y="1864587"/>
              <a:chExt cx="1008000" cy="3926900"/>
            </a:xfrm>
          </p:grpSpPr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4D0FA6D1-F2BE-6F6D-1A4F-516591C5E579}"/>
                  </a:ext>
                </a:extLst>
              </p:cNvPr>
              <p:cNvSpPr/>
              <p:nvPr/>
            </p:nvSpPr>
            <p:spPr>
              <a:xfrm>
                <a:off x="3686853" y="1864587"/>
                <a:ext cx="1008000" cy="39269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ctr"/>
                <a:r>
                  <a:rPr lang="de-DE" sz="500" b="1" noProof="1">
                    <a:latin typeface="Aptos Display" panose="020B0004020202020204" pitchFamily="34" charset="0"/>
                  </a:rPr>
                  <a:t>AI</a:t>
                </a:r>
                <a:br>
                  <a:rPr lang="de-DE" sz="500" b="1" noProof="1">
                    <a:latin typeface="Aptos Display" panose="020B0004020202020204" pitchFamily="34" charset="0"/>
                  </a:rPr>
                </a:br>
                <a:r>
                  <a:rPr lang="de-DE" sz="100" noProof="1">
                    <a:latin typeface="Aptos Display" panose="020B0004020202020204" pitchFamily="34" charset="0"/>
                  </a:rPr>
                  <a:t>gpuPod</a:t>
                </a:r>
                <a:endParaRPr lang="de-DE" sz="500" noProof="1">
                  <a:latin typeface="Aptos Display" panose="020B0004020202020204" pitchFamily="34" charset="0"/>
                </a:endParaRPr>
              </a:p>
            </p:txBody>
          </p:sp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F50C0DC0-82EE-1D3B-9ECC-B93BDFA22296}"/>
                  </a:ext>
                </a:extLst>
              </p:cNvPr>
              <p:cNvSpPr/>
              <p:nvPr/>
            </p:nvSpPr>
            <p:spPr>
              <a:xfrm>
                <a:off x="3748301" y="2779840"/>
                <a:ext cx="885506" cy="324618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bIns="0" rtlCol="0" anchor="t" anchorCtr="0"/>
              <a:lstStyle/>
              <a:p>
                <a:r>
                  <a:rPr lang="de-DE" sz="100" noProof="1">
                    <a:latin typeface="Aptos Display" panose="020B0004020202020204" pitchFamily="34" charset="0"/>
                  </a:rPr>
                  <a:t>GPU Training</a:t>
                </a:r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8A9B414A-6059-F294-83DE-EEEC582E3A8D}"/>
                  </a:ext>
                </a:extLst>
              </p:cNvPr>
              <p:cNvSpPr/>
              <p:nvPr/>
            </p:nvSpPr>
            <p:spPr>
              <a:xfrm>
                <a:off x="3748301" y="2416202"/>
                <a:ext cx="885506" cy="137160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bIns="0" rtlCol="0" anchor="ctr" anchorCtr="0"/>
              <a:lstStyle/>
              <a:p>
                <a:r>
                  <a:rPr lang="de-DE" sz="100" noProof="1">
                    <a:latin typeface="Aptos Display" panose="020B0004020202020204" pitchFamily="34" charset="0"/>
                  </a:rPr>
                  <a:t>Switch ToR</a:t>
                </a: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D514915D-1E20-3274-883B-2F03E2AD6970}"/>
                  </a:ext>
                </a:extLst>
              </p:cNvPr>
              <p:cNvSpPr/>
              <p:nvPr/>
            </p:nvSpPr>
            <p:spPr>
              <a:xfrm>
                <a:off x="3748301" y="2592381"/>
                <a:ext cx="885506" cy="137160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bIns="0" rtlCol="0" anchor="ctr" anchorCtr="0"/>
              <a:lstStyle/>
              <a:p>
                <a:r>
                  <a:rPr lang="de-DE" sz="100" noProof="1">
                    <a:latin typeface="Aptos Display" panose="020B0004020202020204" pitchFamily="34" charset="0"/>
                  </a:rPr>
                  <a:t>Switch ToR</a:t>
                </a: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7E3032FD-F23B-3DE8-A473-77A1C40161DF}"/>
                  </a:ext>
                </a:extLst>
              </p:cNvPr>
              <p:cNvSpPr/>
              <p:nvPr/>
            </p:nvSpPr>
            <p:spPr>
              <a:xfrm>
                <a:off x="3748301" y="5595876"/>
                <a:ext cx="885506" cy="137160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bIns="0" rtlCol="0" anchor="ctr" anchorCtr="0"/>
              <a:lstStyle/>
              <a:p>
                <a:r>
                  <a:rPr lang="de-DE" sz="100" noProof="1">
                    <a:latin typeface="Aptos Display" panose="020B0004020202020204" pitchFamily="34" charset="0"/>
                  </a:rPr>
                  <a:t>Switch Mgmt</a:t>
                </a:r>
              </a:p>
            </p:txBody>
          </p:sp>
        </p:grpSp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B2ABBE5F-FFBB-0F9F-7104-A4F945C09036}"/>
                </a:ext>
              </a:extLst>
            </p:cNvPr>
            <p:cNvGrpSpPr/>
            <p:nvPr/>
          </p:nvGrpSpPr>
          <p:grpSpPr>
            <a:xfrm>
              <a:off x="7705091" y="1465550"/>
              <a:ext cx="1014183" cy="3926899"/>
              <a:chOff x="484129" y="1870545"/>
              <a:chExt cx="1014183" cy="3926899"/>
            </a:xfrm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C3142645-EACF-7598-4412-0F8729F5B801}"/>
                  </a:ext>
                </a:extLst>
              </p:cNvPr>
              <p:cNvSpPr/>
              <p:nvPr/>
            </p:nvSpPr>
            <p:spPr>
              <a:xfrm>
                <a:off x="484129" y="1870545"/>
                <a:ext cx="1008000" cy="3926899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ctr"/>
                <a:r>
                  <a:rPr lang="de-DE" sz="500" b="1" noProof="1">
                    <a:latin typeface="Aptos Display" panose="020B0004020202020204" pitchFamily="34" charset="0"/>
                  </a:rPr>
                  <a:t>Network</a:t>
                </a:r>
                <a:br>
                  <a:rPr lang="de-DE" sz="500" b="1" noProof="1">
                    <a:latin typeface="Aptos Display" panose="020B0004020202020204" pitchFamily="34" charset="0"/>
                  </a:rPr>
                </a:br>
                <a:r>
                  <a:rPr lang="de-DE" sz="100" noProof="1">
                    <a:latin typeface="Aptos Display" panose="020B0004020202020204" pitchFamily="34" charset="0"/>
                  </a:rPr>
                  <a:t>netPod</a:t>
                </a:r>
                <a:endParaRPr lang="de-DE" sz="500" noProof="1">
                  <a:latin typeface="Aptos Display" panose="020B0004020202020204" pitchFamily="34" charset="0"/>
                </a:endParaRPr>
              </a:p>
            </p:txBody>
          </p:sp>
          <p:sp>
            <p:nvSpPr>
              <p:cNvPr id="149" name="Rectangle 148">
                <a:extLst>
                  <a:ext uri="{FF2B5EF4-FFF2-40B4-BE49-F238E27FC236}">
                    <a16:creationId xmlns:a16="http://schemas.microsoft.com/office/drawing/2014/main" id="{55925AD3-00B5-EFA6-7136-259C25DDBE8F}"/>
                  </a:ext>
                </a:extLst>
              </p:cNvPr>
              <p:cNvSpPr/>
              <p:nvPr/>
            </p:nvSpPr>
            <p:spPr>
              <a:xfrm>
                <a:off x="555052" y="3526741"/>
                <a:ext cx="885506" cy="146693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bIns="0" rtlCol="0" anchor="ctr" anchorCtr="0"/>
              <a:lstStyle/>
              <a:p>
                <a:r>
                  <a:rPr lang="de-DE" sz="100" noProof="1">
                    <a:latin typeface="Aptos Display" panose="020B0004020202020204" pitchFamily="34" charset="0"/>
                  </a:rPr>
                  <a:t>Load Balancer</a:t>
                </a:r>
              </a:p>
            </p:txBody>
          </p:sp>
          <p:sp>
            <p:nvSpPr>
              <p:cNvPr id="150" name="Rectangle 149">
                <a:extLst>
                  <a:ext uri="{FF2B5EF4-FFF2-40B4-BE49-F238E27FC236}">
                    <a16:creationId xmlns:a16="http://schemas.microsoft.com/office/drawing/2014/main" id="{EF88956F-BF62-619A-2648-7940906CED88}"/>
                  </a:ext>
                </a:extLst>
              </p:cNvPr>
              <p:cNvSpPr/>
              <p:nvPr/>
            </p:nvSpPr>
            <p:spPr>
              <a:xfrm>
                <a:off x="555052" y="3717190"/>
                <a:ext cx="885506" cy="146693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bIns="0" rtlCol="0" anchor="ctr" anchorCtr="0"/>
              <a:lstStyle/>
              <a:p>
                <a:r>
                  <a:rPr lang="de-DE" sz="100" noProof="1">
                    <a:latin typeface="Aptos Display" panose="020B0004020202020204" pitchFamily="34" charset="0"/>
                  </a:rPr>
                  <a:t>Load Balancer</a:t>
                </a:r>
              </a:p>
            </p:txBody>
          </p:sp>
          <p:sp>
            <p:nvSpPr>
              <p:cNvPr id="151" name="Rectangle 150">
                <a:extLst>
                  <a:ext uri="{FF2B5EF4-FFF2-40B4-BE49-F238E27FC236}">
                    <a16:creationId xmlns:a16="http://schemas.microsoft.com/office/drawing/2014/main" id="{E51FAB39-B4E2-8352-B873-C1260EBF476E}"/>
                  </a:ext>
                </a:extLst>
              </p:cNvPr>
              <p:cNvSpPr/>
              <p:nvPr/>
            </p:nvSpPr>
            <p:spPr>
              <a:xfrm>
                <a:off x="555052" y="3145837"/>
                <a:ext cx="885506" cy="146693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bIns="0" rtlCol="0" anchor="ctr" anchorCtr="0"/>
              <a:lstStyle/>
              <a:p>
                <a:r>
                  <a:rPr lang="de-DE" sz="100" noProof="1">
                    <a:latin typeface="Aptos Display" panose="020B0004020202020204" pitchFamily="34" charset="0"/>
                  </a:rPr>
                  <a:t>Switch Tenants</a:t>
                </a:r>
              </a:p>
            </p:txBody>
          </p:sp>
          <p:sp>
            <p:nvSpPr>
              <p:cNvPr id="152" name="Rectangle 151">
                <a:extLst>
                  <a:ext uri="{FF2B5EF4-FFF2-40B4-BE49-F238E27FC236}">
                    <a16:creationId xmlns:a16="http://schemas.microsoft.com/office/drawing/2014/main" id="{9EE5E7D0-DADD-35EF-720E-DB7C7FB1A23A}"/>
                  </a:ext>
                </a:extLst>
              </p:cNvPr>
              <p:cNvSpPr/>
              <p:nvPr/>
            </p:nvSpPr>
            <p:spPr>
              <a:xfrm>
                <a:off x="555052" y="3336289"/>
                <a:ext cx="885506" cy="146693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bIns="0" rtlCol="0" anchor="ctr" anchorCtr="0"/>
              <a:lstStyle/>
              <a:p>
                <a:r>
                  <a:rPr lang="de-DE" sz="100" noProof="1">
                    <a:latin typeface="Aptos Display" panose="020B0004020202020204" pitchFamily="34" charset="0"/>
                  </a:rPr>
                  <a:t>Switch Tenants</a:t>
                </a:r>
              </a:p>
            </p:txBody>
          </p:sp>
          <p:sp>
            <p:nvSpPr>
              <p:cNvPr id="242" name="Rectangle 241">
                <a:extLst>
                  <a:ext uri="{FF2B5EF4-FFF2-40B4-BE49-F238E27FC236}">
                    <a16:creationId xmlns:a16="http://schemas.microsoft.com/office/drawing/2014/main" id="{DDFF3E28-F314-23AD-3B2E-C631D5B5FC5B}"/>
                  </a:ext>
                </a:extLst>
              </p:cNvPr>
              <p:cNvSpPr/>
              <p:nvPr/>
            </p:nvSpPr>
            <p:spPr>
              <a:xfrm>
                <a:off x="555052" y="5595760"/>
                <a:ext cx="885506" cy="137160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bIns="0" rtlCol="0" anchor="ctr" anchorCtr="0"/>
              <a:lstStyle/>
              <a:p>
                <a:r>
                  <a:rPr lang="de-DE" sz="100" noProof="1">
                    <a:latin typeface="Aptos Display" panose="020B0004020202020204" pitchFamily="34" charset="0"/>
                  </a:rPr>
                  <a:t>Switch Mgmt</a:t>
                </a:r>
              </a:p>
            </p:txBody>
          </p:sp>
          <p:sp>
            <p:nvSpPr>
              <p:cNvPr id="243" name="Rectangle 242">
                <a:extLst>
                  <a:ext uri="{FF2B5EF4-FFF2-40B4-BE49-F238E27FC236}">
                    <a16:creationId xmlns:a16="http://schemas.microsoft.com/office/drawing/2014/main" id="{28DD5570-CE40-D2A9-3DAC-B059713F0FB6}"/>
                  </a:ext>
                </a:extLst>
              </p:cNvPr>
              <p:cNvSpPr/>
              <p:nvPr/>
            </p:nvSpPr>
            <p:spPr>
              <a:xfrm>
                <a:off x="555052" y="5423032"/>
                <a:ext cx="885506" cy="137160"/>
              </a:xfrm>
              <a:prstGeom prst="rect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bIns="0" rtlCol="0" anchor="ctr" anchorCtr="0"/>
              <a:lstStyle/>
              <a:p>
                <a:r>
                  <a:rPr lang="de-DE" sz="100" noProof="1">
                    <a:latin typeface="Aptos Display" panose="020B0004020202020204" pitchFamily="34" charset="0"/>
                  </a:rPr>
                  <a:t>Console</a:t>
                </a:r>
              </a:p>
            </p:txBody>
          </p:sp>
          <p:sp>
            <p:nvSpPr>
              <p:cNvPr id="246" name="Rectangle 245">
                <a:extLst>
                  <a:ext uri="{FF2B5EF4-FFF2-40B4-BE49-F238E27FC236}">
                    <a16:creationId xmlns:a16="http://schemas.microsoft.com/office/drawing/2014/main" id="{DD35997A-D236-D160-EB05-411E2414ACF4}"/>
                  </a:ext>
                </a:extLst>
              </p:cNvPr>
              <p:cNvSpPr/>
              <p:nvPr/>
            </p:nvSpPr>
            <p:spPr>
              <a:xfrm>
                <a:off x="555052" y="2603079"/>
                <a:ext cx="885506" cy="137160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bIns="0" rtlCol="0" anchor="ctr" anchorCtr="0"/>
              <a:lstStyle/>
              <a:p>
                <a:r>
                  <a:rPr lang="de-DE" sz="100" noProof="1">
                    <a:latin typeface="Aptos Display" panose="020B0004020202020204" pitchFamily="34" charset="0"/>
                  </a:rPr>
                  <a:t>Switch ToR</a:t>
                </a:r>
              </a:p>
            </p:txBody>
          </p:sp>
          <p:sp>
            <p:nvSpPr>
              <p:cNvPr id="249" name="Rectangle 248">
                <a:extLst>
                  <a:ext uri="{FF2B5EF4-FFF2-40B4-BE49-F238E27FC236}">
                    <a16:creationId xmlns:a16="http://schemas.microsoft.com/office/drawing/2014/main" id="{CBD3EB97-07D7-358D-D7C5-06209725D73E}"/>
                  </a:ext>
                </a:extLst>
              </p:cNvPr>
              <p:cNvSpPr/>
              <p:nvPr/>
            </p:nvSpPr>
            <p:spPr>
              <a:xfrm>
                <a:off x="555052" y="2783998"/>
                <a:ext cx="885506" cy="137160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bIns="0" rtlCol="0" anchor="ctr" anchorCtr="0"/>
              <a:lstStyle/>
              <a:p>
                <a:r>
                  <a:rPr lang="de-DE" sz="100" noProof="1">
                    <a:latin typeface="Aptos Display" panose="020B0004020202020204" pitchFamily="34" charset="0"/>
                  </a:rPr>
                  <a:t>Switch ToR</a:t>
                </a:r>
              </a:p>
            </p:txBody>
          </p:sp>
          <p:sp>
            <p:nvSpPr>
              <p:cNvPr id="250" name="Rectangle 249">
                <a:extLst>
                  <a:ext uri="{FF2B5EF4-FFF2-40B4-BE49-F238E27FC236}">
                    <a16:creationId xmlns:a16="http://schemas.microsoft.com/office/drawing/2014/main" id="{712D8034-DC6A-CDD3-BC97-BE2A67CDB24E}"/>
                  </a:ext>
                </a:extLst>
              </p:cNvPr>
              <p:cNvSpPr/>
              <p:nvPr/>
            </p:nvSpPr>
            <p:spPr>
              <a:xfrm>
                <a:off x="555052" y="2964917"/>
                <a:ext cx="885506" cy="137160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bIns="0" rtlCol="0" anchor="ctr" anchorCtr="0"/>
              <a:lstStyle/>
              <a:p>
                <a:r>
                  <a:rPr lang="de-DE" sz="100" noProof="1">
                    <a:latin typeface="Aptos Display" panose="020B0004020202020204" pitchFamily="34" charset="0"/>
                  </a:rPr>
                  <a:t>Switch Tor</a:t>
                </a:r>
              </a:p>
            </p:txBody>
          </p:sp>
          <p:grpSp>
            <p:nvGrpSpPr>
              <p:cNvPr id="485" name="Group 484">
                <a:extLst>
                  <a:ext uri="{FF2B5EF4-FFF2-40B4-BE49-F238E27FC236}">
                    <a16:creationId xmlns:a16="http://schemas.microsoft.com/office/drawing/2014/main" id="{9D8739AA-FA28-2C5A-0668-0A708D938FAF}"/>
                  </a:ext>
                </a:extLst>
              </p:cNvPr>
              <p:cNvGrpSpPr/>
              <p:nvPr/>
            </p:nvGrpSpPr>
            <p:grpSpPr>
              <a:xfrm>
                <a:off x="555052" y="2395780"/>
                <a:ext cx="943260" cy="385933"/>
                <a:chOff x="555052" y="2395780"/>
                <a:chExt cx="943260" cy="385933"/>
              </a:xfrm>
            </p:grpSpPr>
            <p:sp>
              <p:nvSpPr>
                <p:cNvPr id="245" name="Rectangle 244">
                  <a:extLst>
                    <a:ext uri="{FF2B5EF4-FFF2-40B4-BE49-F238E27FC236}">
                      <a16:creationId xmlns:a16="http://schemas.microsoft.com/office/drawing/2014/main" id="{45C79C69-8682-7E11-342E-D5A8CB18BE75}"/>
                    </a:ext>
                  </a:extLst>
                </p:cNvPr>
                <p:cNvSpPr/>
                <p:nvPr/>
              </p:nvSpPr>
              <p:spPr>
                <a:xfrm>
                  <a:off x="555052" y="2422160"/>
                  <a:ext cx="885506" cy="137160"/>
                </a:xfrm>
                <a:prstGeom prst="rect">
                  <a:avLst/>
                </a:prstGeom>
                <a:solidFill>
                  <a:schemeClr val="bg2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0" bIns="0" rtlCol="0" anchor="ctr" anchorCtr="0"/>
                <a:lstStyle/>
                <a:p>
                  <a:r>
                    <a:rPr lang="de-DE" sz="100" noProof="1">
                      <a:latin typeface="Aptos Display" panose="020B0004020202020204" pitchFamily="34" charset="0"/>
                    </a:rPr>
                    <a:t>TOR</a:t>
                  </a:r>
                </a:p>
              </p:txBody>
            </p:sp>
            <p:sp>
              <p:nvSpPr>
                <p:cNvPr id="354" name="TextBox 353">
                  <a:extLst>
                    <a:ext uri="{FF2B5EF4-FFF2-40B4-BE49-F238E27FC236}">
                      <a16:creationId xmlns:a16="http://schemas.microsoft.com/office/drawing/2014/main" id="{FAEE60EF-34B2-991E-1F2B-59BC11507352}"/>
                    </a:ext>
                  </a:extLst>
                </p:cNvPr>
                <p:cNvSpPr txBox="1"/>
                <p:nvPr/>
              </p:nvSpPr>
              <p:spPr>
                <a:xfrm>
                  <a:off x="902596" y="2395780"/>
                  <a:ext cx="595716" cy="38593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r">
                    <a:lnSpc>
                      <a:spcPts val="380"/>
                    </a:lnSpc>
                  </a:pPr>
                  <a:r>
                    <a:rPr lang="de-DE" sz="100" b="1" noProof="1">
                      <a:solidFill>
                        <a:schemeClr val="bg1"/>
                      </a:solidFill>
                      <a:latin typeface="Aptos Display" panose="020B0004020202020204" pitchFamily="34" charset="0"/>
                    </a:rPr>
                    <a:t>Cisco</a:t>
                  </a:r>
                  <a:br>
                    <a:rPr lang="de-DE" sz="100" noProof="1">
                      <a:solidFill>
                        <a:schemeClr val="bg1"/>
                      </a:solidFill>
                      <a:latin typeface="Aptos Display" panose="020B0004020202020204" pitchFamily="34" charset="0"/>
                    </a:rPr>
                  </a:br>
                  <a:r>
                    <a:rPr lang="de-DE" sz="100" noProof="1">
                      <a:solidFill>
                        <a:schemeClr val="bg1"/>
                      </a:solidFill>
                      <a:latin typeface="Aptos Display" panose="020B0004020202020204" pitchFamily="34" charset="0"/>
                    </a:rPr>
                    <a:t>N9K-C9336C-FX2</a:t>
                  </a:r>
                </a:p>
              </p:txBody>
            </p:sp>
          </p:grpSp>
          <p:sp>
            <p:nvSpPr>
              <p:cNvPr id="491" name="Rectangle 490">
                <a:extLst>
                  <a:ext uri="{FF2B5EF4-FFF2-40B4-BE49-F238E27FC236}">
                    <a16:creationId xmlns:a16="http://schemas.microsoft.com/office/drawing/2014/main" id="{3A121703-7D23-0EF7-219F-0896786B4146}"/>
                  </a:ext>
                </a:extLst>
              </p:cNvPr>
              <p:cNvSpPr/>
              <p:nvPr/>
            </p:nvSpPr>
            <p:spPr>
              <a:xfrm>
                <a:off x="565506" y="2423950"/>
                <a:ext cx="885506" cy="137160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bIns="0" rtlCol="0" anchor="ctr" anchorCtr="0"/>
              <a:lstStyle/>
              <a:p>
                <a:r>
                  <a:rPr lang="de-DE" sz="100" noProof="1">
                    <a:latin typeface="Aptos Display" panose="020B0004020202020204" pitchFamily="34" charset="0"/>
                  </a:rPr>
                  <a:t>Switch ToR</a:t>
                </a:r>
              </a:p>
            </p:txBody>
          </p:sp>
        </p:grpSp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478EC93A-AA85-ED8E-0472-C307379A3663}"/>
                </a:ext>
              </a:extLst>
            </p:cNvPr>
            <p:cNvGrpSpPr/>
            <p:nvPr/>
          </p:nvGrpSpPr>
          <p:grpSpPr>
            <a:xfrm>
              <a:off x="3212356" y="1465550"/>
              <a:ext cx="1008000" cy="3926900"/>
              <a:chOff x="4778018" y="1868498"/>
              <a:chExt cx="1008000" cy="3926900"/>
            </a:xfrm>
          </p:grpSpPr>
          <p:sp>
            <p:nvSpPr>
              <p:cNvPr id="80" name="Rectangle 79">
                <a:extLst>
                  <a:ext uri="{FF2B5EF4-FFF2-40B4-BE49-F238E27FC236}">
                    <a16:creationId xmlns:a16="http://schemas.microsoft.com/office/drawing/2014/main" id="{1E97F6A4-5FB7-8521-2D6D-E42E7B59E56D}"/>
                  </a:ext>
                </a:extLst>
              </p:cNvPr>
              <p:cNvSpPr/>
              <p:nvPr/>
            </p:nvSpPr>
            <p:spPr>
              <a:xfrm>
                <a:off x="4778018" y="1868498"/>
                <a:ext cx="1008000" cy="39269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ctr"/>
                <a:r>
                  <a:rPr lang="de-DE" sz="500" b="1" noProof="1">
                    <a:latin typeface="Aptos Display" panose="020B0004020202020204" pitchFamily="34" charset="0"/>
                  </a:rPr>
                  <a:t>Control</a:t>
                </a:r>
                <a:br>
                  <a:rPr lang="de-DE" sz="500" b="1" noProof="1">
                    <a:latin typeface="Aptos Display" panose="020B0004020202020204" pitchFamily="34" charset="0"/>
                  </a:rPr>
                </a:br>
                <a:r>
                  <a:rPr lang="de-DE" sz="100" noProof="1">
                    <a:latin typeface="Aptos Display" panose="020B0004020202020204" pitchFamily="34" charset="0"/>
                  </a:rPr>
                  <a:t>cPod</a:t>
                </a:r>
                <a:endParaRPr lang="de-DE" sz="500" noProof="1">
                  <a:latin typeface="Aptos Display" panose="020B0004020202020204" pitchFamily="34" charset="0"/>
                </a:endParaRPr>
              </a:p>
            </p:txBody>
          </p:sp>
          <p:sp>
            <p:nvSpPr>
              <p:cNvPr id="81" name="Rectangle 80">
                <a:extLst>
                  <a:ext uri="{FF2B5EF4-FFF2-40B4-BE49-F238E27FC236}">
                    <a16:creationId xmlns:a16="http://schemas.microsoft.com/office/drawing/2014/main" id="{FE71D2B3-8F57-6353-9B94-7CB56EB68B0F}"/>
                  </a:ext>
                </a:extLst>
              </p:cNvPr>
              <p:cNvSpPr/>
              <p:nvPr/>
            </p:nvSpPr>
            <p:spPr>
              <a:xfrm>
                <a:off x="4835772" y="5595615"/>
                <a:ext cx="885506" cy="137160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bIns="0" rtlCol="0" anchor="ctr" anchorCtr="0"/>
              <a:lstStyle/>
              <a:p>
                <a:r>
                  <a:rPr lang="de-DE" sz="100" noProof="1">
                    <a:latin typeface="Aptos Display" panose="020B0004020202020204" pitchFamily="34" charset="0"/>
                  </a:rPr>
                  <a:t>Switch Mgmt</a:t>
                </a:r>
              </a:p>
            </p:txBody>
          </p:sp>
          <p:sp>
            <p:nvSpPr>
              <p:cNvPr id="82" name="Rectangle 81">
                <a:extLst>
                  <a:ext uri="{FF2B5EF4-FFF2-40B4-BE49-F238E27FC236}">
                    <a16:creationId xmlns:a16="http://schemas.microsoft.com/office/drawing/2014/main" id="{26082D4C-96B5-4CFF-A54E-170445171B99}"/>
                  </a:ext>
                </a:extLst>
              </p:cNvPr>
              <p:cNvSpPr/>
              <p:nvPr/>
            </p:nvSpPr>
            <p:spPr>
              <a:xfrm>
                <a:off x="4835772" y="2408834"/>
                <a:ext cx="885506" cy="137160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bIns="0" rtlCol="0" anchor="ctr" anchorCtr="0"/>
              <a:lstStyle/>
              <a:p>
                <a:r>
                  <a:rPr lang="de-DE" sz="100" noProof="1">
                    <a:latin typeface="Aptos Display" panose="020B0004020202020204" pitchFamily="34" charset="0"/>
                  </a:rPr>
                  <a:t>Switch ToR</a:t>
                </a:r>
              </a:p>
            </p:txBody>
          </p:sp>
          <p:sp>
            <p:nvSpPr>
              <p:cNvPr id="83" name="Rectangle 82">
                <a:extLst>
                  <a:ext uri="{FF2B5EF4-FFF2-40B4-BE49-F238E27FC236}">
                    <a16:creationId xmlns:a16="http://schemas.microsoft.com/office/drawing/2014/main" id="{17BC4592-9607-538D-10FA-078389F54701}"/>
                  </a:ext>
                </a:extLst>
              </p:cNvPr>
              <p:cNvSpPr/>
              <p:nvPr/>
            </p:nvSpPr>
            <p:spPr>
              <a:xfrm>
                <a:off x="4835772" y="2596292"/>
                <a:ext cx="885506" cy="137160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bIns="0" rtlCol="0" anchor="ctr" anchorCtr="0"/>
              <a:lstStyle/>
              <a:p>
                <a:r>
                  <a:rPr lang="de-DE" sz="100" noProof="1">
                    <a:latin typeface="Aptos Display" panose="020B0004020202020204" pitchFamily="34" charset="0"/>
                  </a:rPr>
                  <a:t>Switch ToR</a:t>
                </a:r>
              </a:p>
            </p:txBody>
          </p:sp>
          <p:sp>
            <p:nvSpPr>
              <p:cNvPr id="84" name="Rectangle 83">
                <a:extLst>
                  <a:ext uri="{FF2B5EF4-FFF2-40B4-BE49-F238E27FC236}">
                    <a16:creationId xmlns:a16="http://schemas.microsoft.com/office/drawing/2014/main" id="{C107BB6F-E84B-60DD-A2DB-E7B7AD499F27}"/>
                  </a:ext>
                </a:extLst>
              </p:cNvPr>
              <p:cNvSpPr/>
              <p:nvPr/>
            </p:nvSpPr>
            <p:spPr>
              <a:xfrm>
                <a:off x="4835772" y="2783750"/>
                <a:ext cx="885506" cy="137160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bIns="0" rtlCol="0" anchor="ctr" anchorCtr="0"/>
              <a:lstStyle/>
              <a:p>
                <a:r>
                  <a:rPr lang="de-DE" sz="100" noProof="1">
                    <a:latin typeface="Aptos Display" panose="020B0004020202020204" pitchFamily="34" charset="0"/>
                  </a:rPr>
                  <a:t>Compute</a:t>
                </a:r>
              </a:p>
            </p:txBody>
          </p:sp>
          <p:sp>
            <p:nvSpPr>
              <p:cNvPr id="85" name="Rectangle 84">
                <a:extLst>
                  <a:ext uri="{FF2B5EF4-FFF2-40B4-BE49-F238E27FC236}">
                    <a16:creationId xmlns:a16="http://schemas.microsoft.com/office/drawing/2014/main" id="{7942E34F-F0E1-C86F-078E-1819FB5BBFB6}"/>
                  </a:ext>
                </a:extLst>
              </p:cNvPr>
              <p:cNvSpPr/>
              <p:nvPr/>
            </p:nvSpPr>
            <p:spPr>
              <a:xfrm>
                <a:off x="4835772" y="3158666"/>
                <a:ext cx="885506" cy="137160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bIns="0" rtlCol="0" anchor="ctr" anchorCtr="0"/>
              <a:lstStyle/>
              <a:p>
                <a:r>
                  <a:rPr lang="de-DE" sz="100" noProof="1">
                    <a:latin typeface="Aptos Display" panose="020B0004020202020204" pitchFamily="34" charset="0"/>
                  </a:rPr>
                  <a:t>Compute</a:t>
                </a:r>
              </a:p>
            </p:txBody>
          </p:sp>
          <p:sp>
            <p:nvSpPr>
              <p:cNvPr id="86" name="Rectangle 85">
                <a:extLst>
                  <a:ext uri="{FF2B5EF4-FFF2-40B4-BE49-F238E27FC236}">
                    <a16:creationId xmlns:a16="http://schemas.microsoft.com/office/drawing/2014/main" id="{52E39C99-DB55-BE04-609D-B4343EB83EA8}"/>
                  </a:ext>
                </a:extLst>
              </p:cNvPr>
              <p:cNvSpPr/>
              <p:nvPr/>
            </p:nvSpPr>
            <p:spPr>
              <a:xfrm>
                <a:off x="4835772" y="2971208"/>
                <a:ext cx="885506" cy="137160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bIns="0" rtlCol="0" anchor="ctr" anchorCtr="0"/>
              <a:lstStyle/>
              <a:p>
                <a:r>
                  <a:rPr lang="de-DE" sz="100" noProof="1">
                    <a:latin typeface="Aptos Display" panose="020B0004020202020204" pitchFamily="34" charset="0"/>
                  </a:rPr>
                  <a:t>Compute</a:t>
                </a:r>
              </a:p>
            </p:txBody>
          </p:sp>
          <p:sp>
            <p:nvSpPr>
              <p:cNvPr id="87" name="Rectangle 86">
                <a:extLst>
                  <a:ext uri="{FF2B5EF4-FFF2-40B4-BE49-F238E27FC236}">
                    <a16:creationId xmlns:a16="http://schemas.microsoft.com/office/drawing/2014/main" id="{2DB4F435-DFE6-8F11-EE8C-04E6FA23E02D}"/>
                  </a:ext>
                </a:extLst>
              </p:cNvPr>
              <p:cNvSpPr/>
              <p:nvPr/>
            </p:nvSpPr>
            <p:spPr>
              <a:xfrm>
                <a:off x="4835772" y="3346124"/>
                <a:ext cx="885506" cy="137160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bIns="0" rtlCol="0" anchor="ctr" anchorCtr="0"/>
              <a:lstStyle/>
              <a:p>
                <a:r>
                  <a:rPr lang="de-DE" sz="100" noProof="1">
                    <a:latin typeface="Aptos Display" panose="020B0004020202020204" pitchFamily="34" charset="0"/>
                  </a:rPr>
                  <a:t>Compute</a:t>
                </a:r>
              </a:p>
            </p:txBody>
          </p:sp>
          <p:sp>
            <p:nvSpPr>
              <p:cNvPr id="88" name="Rectangle 87">
                <a:extLst>
                  <a:ext uri="{FF2B5EF4-FFF2-40B4-BE49-F238E27FC236}">
                    <a16:creationId xmlns:a16="http://schemas.microsoft.com/office/drawing/2014/main" id="{1546CA12-96C8-3AB5-020A-A84BEAA6A72D}"/>
                  </a:ext>
                </a:extLst>
              </p:cNvPr>
              <p:cNvSpPr/>
              <p:nvPr/>
            </p:nvSpPr>
            <p:spPr>
              <a:xfrm>
                <a:off x="4835772" y="3533582"/>
                <a:ext cx="885506" cy="137160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bIns="0" rtlCol="0" anchor="ctr" anchorCtr="0"/>
              <a:lstStyle/>
              <a:p>
                <a:r>
                  <a:rPr lang="de-DE" sz="100" noProof="1">
                    <a:latin typeface="Aptos Display" panose="020B0004020202020204" pitchFamily="34" charset="0"/>
                  </a:rPr>
                  <a:t>Compute</a:t>
                </a:r>
              </a:p>
            </p:txBody>
          </p:sp>
          <p:sp>
            <p:nvSpPr>
              <p:cNvPr id="89" name="Rectangle 88">
                <a:extLst>
                  <a:ext uri="{FF2B5EF4-FFF2-40B4-BE49-F238E27FC236}">
                    <a16:creationId xmlns:a16="http://schemas.microsoft.com/office/drawing/2014/main" id="{49E3675B-A6A1-A180-E638-D05B7C877C04}"/>
                  </a:ext>
                </a:extLst>
              </p:cNvPr>
              <p:cNvSpPr/>
              <p:nvPr/>
            </p:nvSpPr>
            <p:spPr>
              <a:xfrm>
                <a:off x="4835772" y="3721040"/>
                <a:ext cx="885506" cy="137160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bIns="0" rtlCol="0" anchor="ctr" anchorCtr="0"/>
              <a:lstStyle/>
              <a:p>
                <a:r>
                  <a:rPr lang="de-DE" sz="100" noProof="1">
                    <a:latin typeface="Aptos Display" panose="020B0004020202020204" pitchFamily="34" charset="0"/>
                  </a:rPr>
                  <a:t>Compute</a:t>
                </a:r>
              </a:p>
            </p:txBody>
          </p:sp>
          <p:sp>
            <p:nvSpPr>
              <p:cNvPr id="90" name="Rectangle 89">
                <a:extLst>
                  <a:ext uri="{FF2B5EF4-FFF2-40B4-BE49-F238E27FC236}">
                    <a16:creationId xmlns:a16="http://schemas.microsoft.com/office/drawing/2014/main" id="{87B1F4BB-8F2A-8A69-1A2E-80F00918AA4C}"/>
                  </a:ext>
                </a:extLst>
              </p:cNvPr>
              <p:cNvSpPr/>
              <p:nvPr/>
            </p:nvSpPr>
            <p:spPr>
              <a:xfrm>
                <a:off x="4835772" y="3908498"/>
                <a:ext cx="885506" cy="137160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bIns="0" rtlCol="0" anchor="ctr" anchorCtr="0"/>
              <a:lstStyle/>
              <a:p>
                <a:r>
                  <a:rPr lang="de-DE" sz="100" noProof="1">
                    <a:latin typeface="Aptos Display" panose="020B0004020202020204" pitchFamily="34" charset="0"/>
                  </a:rPr>
                  <a:t>Compute</a:t>
                </a:r>
              </a:p>
            </p:txBody>
          </p:sp>
          <p:sp>
            <p:nvSpPr>
              <p:cNvPr id="91" name="Rectangle 90">
                <a:extLst>
                  <a:ext uri="{FF2B5EF4-FFF2-40B4-BE49-F238E27FC236}">
                    <a16:creationId xmlns:a16="http://schemas.microsoft.com/office/drawing/2014/main" id="{5FB1F8FE-7ADF-76D1-E306-45FC48146250}"/>
                  </a:ext>
                </a:extLst>
              </p:cNvPr>
              <p:cNvSpPr/>
              <p:nvPr/>
            </p:nvSpPr>
            <p:spPr>
              <a:xfrm>
                <a:off x="4835772" y="4095956"/>
                <a:ext cx="885506" cy="137160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bIns="0" rtlCol="0" anchor="ctr" anchorCtr="0"/>
              <a:lstStyle/>
              <a:p>
                <a:r>
                  <a:rPr lang="de-DE" sz="100" noProof="1">
                    <a:latin typeface="Aptos Display" panose="020B0004020202020204" pitchFamily="34" charset="0"/>
                  </a:rPr>
                  <a:t>Compute</a:t>
                </a:r>
              </a:p>
            </p:txBody>
          </p:sp>
          <p:sp>
            <p:nvSpPr>
              <p:cNvPr id="92" name="Rectangle 91">
                <a:extLst>
                  <a:ext uri="{FF2B5EF4-FFF2-40B4-BE49-F238E27FC236}">
                    <a16:creationId xmlns:a16="http://schemas.microsoft.com/office/drawing/2014/main" id="{9466BB4A-37B9-900D-8EBE-D38E8EADC6D3}"/>
                  </a:ext>
                </a:extLst>
              </p:cNvPr>
              <p:cNvSpPr/>
              <p:nvPr/>
            </p:nvSpPr>
            <p:spPr>
              <a:xfrm>
                <a:off x="4835772" y="4283414"/>
                <a:ext cx="885506" cy="137160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bIns="0" rtlCol="0" anchor="ctr" anchorCtr="0"/>
              <a:lstStyle/>
              <a:p>
                <a:r>
                  <a:rPr lang="de-DE" sz="100" noProof="1">
                    <a:latin typeface="Aptos Display" panose="020B0004020202020204" pitchFamily="34" charset="0"/>
                  </a:rPr>
                  <a:t>Compute</a:t>
                </a:r>
              </a:p>
            </p:txBody>
          </p:sp>
          <p:sp>
            <p:nvSpPr>
              <p:cNvPr id="93" name="Rectangle 92">
                <a:extLst>
                  <a:ext uri="{FF2B5EF4-FFF2-40B4-BE49-F238E27FC236}">
                    <a16:creationId xmlns:a16="http://schemas.microsoft.com/office/drawing/2014/main" id="{09A165A7-DA04-F63B-AFD9-138FAEC0F472}"/>
                  </a:ext>
                </a:extLst>
              </p:cNvPr>
              <p:cNvSpPr/>
              <p:nvPr/>
            </p:nvSpPr>
            <p:spPr>
              <a:xfrm>
                <a:off x="4835772" y="4470872"/>
                <a:ext cx="885506" cy="137160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bIns="0" rtlCol="0" anchor="ctr" anchorCtr="0"/>
              <a:lstStyle/>
              <a:p>
                <a:r>
                  <a:rPr lang="de-DE" sz="100" noProof="1">
                    <a:latin typeface="Aptos Display" panose="020B0004020202020204" pitchFamily="34" charset="0"/>
                  </a:rPr>
                  <a:t>Compute</a:t>
                </a:r>
              </a:p>
            </p:txBody>
          </p:sp>
          <p:sp>
            <p:nvSpPr>
              <p:cNvPr id="94" name="Rectangle 93">
                <a:extLst>
                  <a:ext uri="{FF2B5EF4-FFF2-40B4-BE49-F238E27FC236}">
                    <a16:creationId xmlns:a16="http://schemas.microsoft.com/office/drawing/2014/main" id="{F743A997-F36B-843B-B185-38C4FFB6C3C9}"/>
                  </a:ext>
                </a:extLst>
              </p:cNvPr>
              <p:cNvSpPr/>
              <p:nvPr/>
            </p:nvSpPr>
            <p:spPr>
              <a:xfrm>
                <a:off x="4835772" y="4658330"/>
                <a:ext cx="885506" cy="137160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bIns="0" rtlCol="0" anchor="ctr" anchorCtr="0"/>
              <a:lstStyle/>
              <a:p>
                <a:r>
                  <a:rPr lang="de-DE" sz="100" noProof="1">
                    <a:latin typeface="Aptos Display" panose="020B0004020202020204" pitchFamily="34" charset="0"/>
                  </a:rPr>
                  <a:t>Compute</a:t>
                </a:r>
              </a:p>
            </p:txBody>
          </p:sp>
          <p:sp>
            <p:nvSpPr>
              <p:cNvPr id="95" name="Rectangle 94">
                <a:extLst>
                  <a:ext uri="{FF2B5EF4-FFF2-40B4-BE49-F238E27FC236}">
                    <a16:creationId xmlns:a16="http://schemas.microsoft.com/office/drawing/2014/main" id="{D5E1AE2B-44DA-C776-E529-E03B1F728480}"/>
                  </a:ext>
                </a:extLst>
              </p:cNvPr>
              <p:cNvSpPr/>
              <p:nvPr/>
            </p:nvSpPr>
            <p:spPr>
              <a:xfrm>
                <a:off x="4835772" y="4845788"/>
                <a:ext cx="885506" cy="137160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bIns="0" rtlCol="0" anchor="ctr" anchorCtr="0"/>
              <a:lstStyle/>
              <a:p>
                <a:r>
                  <a:rPr lang="de-DE" sz="100" noProof="1">
                    <a:latin typeface="Aptos Display" panose="020B0004020202020204" pitchFamily="34" charset="0"/>
                  </a:rPr>
                  <a:t>Compute</a:t>
                </a:r>
              </a:p>
            </p:txBody>
          </p:sp>
          <p:sp>
            <p:nvSpPr>
              <p:cNvPr id="96" name="Rectangle 95">
                <a:extLst>
                  <a:ext uri="{FF2B5EF4-FFF2-40B4-BE49-F238E27FC236}">
                    <a16:creationId xmlns:a16="http://schemas.microsoft.com/office/drawing/2014/main" id="{8A910BD4-59A9-79E7-38AE-425E608A6A9F}"/>
                  </a:ext>
                </a:extLst>
              </p:cNvPr>
              <p:cNvSpPr/>
              <p:nvPr/>
            </p:nvSpPr>
            <p:spPr>
              <a:xfrm>
                <a:off x="4835772" y="5033246"/>
                <a:ext cx="885506" cy="137160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bIns="0" rtlCol="0" anchor="ctr" anchorCtr="0"/>
              <a:lstStyle/>
              <a:p>
                <a:r>
                  <a:rPr lang="de-DE" sz="100" noProof="1">
                    <a:latin typeface="Aptos Display" panose="020B0004020202020204" pitchFamily="34" charset="0"/>
                  </a:rPr>
                  <a:t>Compute</a:t>
                </a:r>
              </a:p>
            </p:txBody>
          </p:sp>
          <p:sp>
            <p:nvSpPr>
              <p:cNvPr id="97" name="Rectangle 96">
                <a:extLst>
                  <a:ext uri="{FF2B5EF4-FFF2-40B4-BE49-F238E27FC236}">
                    <a16:creationId xmlns:a16="http://schemas.microsoft.com/office/drawing/2014/main" id="{1D867CBC-04E4-98D7-F472-07B902CA5293}"/>
                  </a:ext>
                </a:extLst>
              </p:cNvPr>
              <p:cNvSpPr/>
              <p:nvPr/>
            </p:nvSpPr>
            <p:spPr>
              <a:xfrm>
                <a:off x="4835772" y="5220704"/>
                <a:ext cx="885506" cy="137160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bIns="0" rtlCol="0" anchor="ctr" anchorCtr="0"/>
              <a:lstStyle/>
              <a:p>
                <a:r>
                  <a:rPr lang="de-DE" sz="100" noProof="1">
                    <a:latin typeface="Aptos Display" panose="020B0004020202020204" pitchFamily="34" charset="0"/>
                  </a:rPr>
                  <a:t>Compute</a:t>
                </a:r>
              </a:p>
            </p:txBody>
          </p:sp>
        </p:grpSp>
        <p:sp>
          <p:nvSpPr>
            <p:cNvPr id="98" name="Left-right Arrow 97">
              <a:extLst>
                <a:ext uri="{FF2B5EF4-FFF2-40B4-BE49-F238E27FC236}">
                  <a16:creationId xmlns:a16="http://schemas.microsoft.com/office/drawing/2014/main" id="{625D2946-CB0A-770E-B4DF-01C22107E23A}"/>
                </a:ext>
              </a:extLst>
            </p:cNvPr>
            <p:cNvSpPr/>
            <p:nvPr/>
          </p:nvSpPr>
          <p:spPr bwMode="gray">
            <a:xfrm>
              <a:off x="2119304" y="5543588"/>
              <a:ext cx="2101052" cy="320565"/>
            </a:xfrm>
            <a:prstGeom prst="leftRightArrow">
              <a:avLst/>
            </a:prstGeom>
            <a:solidFill>
              <a:schemeClr val="bg2">
                <a:lumMod val="20000"/>
                <a:lumOff val="80000"/>
              </a:schemeClr>
            </a:solidFill>
            <a:ln w="25400" algn="ctr">
              <a:noFill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R="0" algn="ctr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tabLst/>
              </a:pPr>
              <a:r>
                <a:rPr kumimoji="0" lang="de-DE" sz="100" b="1" i="0" u="none" strike="noStrike" kern="0" cap="none" spc="0" normalizeH="0" baseline="0" noProof="1">
                  <a:ln>
                    <a:noFill/>
                  </a:ln>
                  <a:solidFill>
                    <a:schemeClr val="tx2">
                      <a:lumMod val="50000"/>
                    </a:schemeClr>
                  </a:solidFill>
                  <a:effectLst/>
                  <a:uLnTx/>
                  <a:uFillTx/>
                  <a:latin typeface="+mn-lt"/>
                  <a:ea typeface="Arial Unicode MS" pitchFamily="34" charset="-128"/>
                  <a:cs typeface="Arial Unicode MS" pitchFamily="34" charset="-128"/>
                </a:rPr>
                <a:t>1x per site</a:t>
              </a:r>
            </a:p>
          </p:txBody>
        </p:sp>
        <p:sp>
          <p:nvSpPr>
            <p:cNvPr id="99" name="Left-right Arrow 98">
              <a:extLst>
                <a:ext uri="{FF2B5EF4-FFF2-40B4-BE49-F238E27FC236}">
                  <a16:creationId xmlns:a16="http://schemas.microsoft.com/office/drawing/2014/main" id="{680BC6D4-2C4B-5B17-771C-D402F21E4D93}"/>
                </a:ext>
              </a:extLst>
            </p:cNvPr>
            <p:cNvSpPr/>
            <p:nvPr/>
          </p:nvSpPr>
          <p:spPr bwMode="gray">
            <a:xfrm>
              <a:off x="5545338" y="5540646"/>
              <a:ext cx="5333687" cy="320565"/>
            </a:xfrm>
            <a:prstGeom prst="leftRightArrow">
              <a:avLst/>
            </a:prstGeom>
            <a:solidFill>
              <a:schemeClr val="bg2">
                <a:lumMod val="20000"/>
                <a:lumOff val="80000"/>
              </a:schemeClr>
            </a:solidFill>
            <a:ln w="25400" algn="ctr">
              <a:noFill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R="0" algn="ctr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tabLst/>
              </a:pPr>
              <a:r>
                <a:rPr kumimoji="0" lang="de-DE" sz="100" b="1" i="0" u="none" strike="noStrike" kern="0" cap="none" spc="0" normalizeH="0" baseline="0" noProof="1">
                  <a:ln>
                    <a:noFill/>
                  </a:ln>
                  <a:solidFill>
                    <a:schemeClr val="tx2">
                      <a:lumMod val="50000"/>
                    </a:schemeClr>
                  </a:solidFill>
                  <a:effectLst/>
                  <a:uLnTx/>
                  <a:uFillTx/>
                  <a:latin typeface="+mn-lt"/>
                  <a:ea typeface="Arial Unicode MS" pitchFamily="34" charset="-128"/>
                  <a:cs typeface="Arial Unicode MS" pitchFamily="34" charset="-128"/>
                </a:rPr>
                <a:t>1+ scale on demand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3094A46D-236F-E126-724E-04E174529481}"/>
                </a:ext>
              </a:extLst>
            </p:cNvPr>
            <p:cNvSpPr/>
            <p:nvPr/>
          </p:nvSpPr>
          <p:spPr bwMode="gray">
            <a:xfrm>
              <a:off x="1822037" y="1137138"/>
              <a:ext cx="9490734" cy="5240216"/>
            </a:xfrm>
            <a:prstGeom prst="rect">
              <a:avLst/>
            </a:prstGeom>
            <a:noFill/>
            <a:ln w="254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90000" tIns="72000" rIns="90000" bIns="72000" rtlCol="0" anchor="b"/>
            <a:lstStyle/>
            <a:p>
              <a:pPr marR="0" algn="ctr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tabLst/>
              </a:pPr>
              <a:endParaRPr kumimoji="0" lang="en-US" sz="3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Arial Unicode MS" pitchFamily="34" charset="-128"/>
                <a:cs typeface="Arial Unicode MS" pitchFamily="34" charset="-128"/>
              </a:endParaRP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998B6953-EFA0-6787-34B5-572AA385E712}"/>
              </a:ext>
            </a:extLst>
          </p:cNvPr>
          <p:cNvGrpSpPr/>
          <p:nvPr/>
        </p:nvGrpSpPr>
        <p:grpSpPr>
          <a:xfrm>
            <a:off x="3898717" y="1143389"/>
            <a:ext cx="4397740" cy="2520462"/>
            <a:chOff x="1822037" y="1137138"/>
            <a:chExt cx="9490734" cy="5240216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5F8801A-C2F4-9203-3A94-11B783E77441}"/>
                </a:ext>
              </a:extLst>
            </p:cNvPr>
            <p:cNvGrpSpPr/>
            <p:nvPr/>
          </p:nvGrpSpPr>
          <p:grpSpPr>
            <a:xfrm>
              <a:off x="6625215" y="1465550"/>
              <a:ext cx="1008000" cy="3926900"/>
              <a:chOff x="1556575" y="1866997"/>
              <a:chExt cx="1008000" cy="3926900"/>
            </a:xfrm>
          </p:grpSpPr>
          <p:sp>
            <p:nvSpPr>
              <p:cNvPr id="498" name="Rectangle 497">
                <a:extLst>
                  <a:ext uri="{FF2B5EF4-FFF2-40B4-BE49-F238E27FC236}">
                    <a16:creationId xmlns:a16="http://schemas.microsoft.com/office/drawing/2014/main" id="{F8EB742F-F53C-F0ED-99CB-CB0599B0479A}"/>
                  </a:ext>
                </a:extLst>
              </p:cNvPr>
              <p:cNvSpPr/>
              <p:nvPr/>
            </p:nvSpPr>
            <p:spPr>
              <a:xfrm>
                <a:off x="1556575" y="1866997"/>
                <a:ext cx="1008000" cy="39269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ctr"/>
                <a:r>
                  <a:rPr lang="de-DE" sz="500" b="1" noProof="1">
                    <a:latin typeface="Aptos Display" panose="020B0004020202020204" pitchFamily="34" charset="0"/>
                  </a:rPr>
                  <a:t>Storage</a:t>
                </a:r>
                <a:br>
                  <a:rPr lang="de-DE" sz="500" b="1" noProof="1">
                    <a:latin typeface="Aptos Display" panose="020B0004020202020204" pitchFamily="34" charset="0"/>
                  </a:rPr>
                </a:br>
                <a:r>
                  <a:rPr lang="de-DE" sz="100" noProof="1">
                    <a:latin typeface="Aptos Display" panose="020B0004020202020204" pitchFamily="34" charset="0"/>
                  </a:rPr>
                  <a:t>cephPod</a:t>
                </a:r>
                <a:endParaRPr lang="de-DE" sz="500" noProof="1">
                  <a:latin typeface="Aptos Display" panose="020B0004020202020204" pitchFamily="34" charset="0"/>
                </a:endParaRPr>
              </a:p>
            </p:txBody>
          </p:sp>
          <p:sp>
            <p:nvSpPr>
              <p:cNvPr id="499" name="Rectangle 498">
                <a:extLst>
                  <a:ext uri="{FF2B5EF4-FFF2-40B4-BE49-F238E27FC236}">
                    <a16:creationId xmlns:a16="http://schemas.microsoft.com/office/drawing/2014/main" id="{5586B380-EA83-3CC1-B287-E9E119DEAED2}"/>
                  </a:ext>
                </a:extLst>
              </p:cNvPr>
              <p:cNvSpPr/>
              <p:nvPr/>
            </p:nvSpPr>
            <p:spPr>
              <a:xfrm>
                <a:off x="1618023" y="2782250"/>
                <a:ext cx="885506" cy="324618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bIns="0" rtlCol="0" anchor="t" anchorCtr="0"/>
              <a:lstStyle/>
              <a:p>
                <a:r>
                  <a:rPr lang="de-DE" sz="100" noProof="1">
                    <a:latin typeface="Aptos Display" panose="020B0004020202020204" pitchFamily="34" charset="0"/>
                  </a:rPr>
                  <a:t>Storage</a:t>
                </a:r>
              </a:p>
            </p:txBody>
          </p:sp>
          <p:sp>
            <p:nvSpPr>
              <p:cNvPr id="500" name="Rectangle 499">
                <a:extLst>
                  <a:ext uri="{FF2B5EF4-FFF2-40B4-BE49-F238E27FC236}">
                    <a16:creationId xmlns:a16="http://schemas.microsoft.com/office/drawing/2014/main" id="{96CB9538-12E9-7756-810D-F6C0685DD7E0}"/>
                  </a:ext>
                </a:extLst>
              </p:cNvPr>
              <p:cNvSpPr/>
              <p:nvPr/>
            </p:nvSpPr>
            <p:spPr>
              <a:xfrm>
                <a:off x="1618023" y="3161337"/>
                <a:ext cx="885506" cy="320446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bIns="0" rtlCol="0" anchor="t" anchorCtr="0"/>
              <a:lstStyle/>
              <a:p>
                <a:r>
                  <a:rPr lang="de-DE" sz="100" noProof="1">
                    <a:latin typeface="Aptos Display" panose="020B0004020202020204" pitchFamily="34" charset="0"/>
                  </a:rPr>
                  <a:t>Storage</a:t>
                </a:r>
              </a:p>
              <a:p>
                <a:endParaRPr lang="de-DE" sz="100" noProof="1">
                  <a:latin typeface="Aptos Display" panose="020B0004020202020204" pitchFamily="34" charset="0"/>
                </a:endParaRPr>
              </a:p>
            </p:txBody>
          </p:sp>
          <p:sp>
            <p:nvSpPr>
              <p:cNvPr id="501" name="Rectangle 500">
                <a:extLst>
                  <a:ext uri="{FF2B5EF4-FFF2-40B4-BE49-F238E27FC236}">
                    <a16:creationId xmlns:a16="http://schemas.microsoft.com/office/drawing/2014/main" id="{E2B7307B-36D7-618F-3638-87D6B66DDF6B}"/>
                  </a:ext>
                </a:extLst>
              </p:cNvPr>
              <p:cNvSpPr/>
              <p:nvPr/>
            </p:nvSpPr>
            <p:spPr>
              <a:xfrm>
                <a:off x="1618023" y="3532081"/>
                <a:ext cx="885506" cy="324618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bIns="0" rtlCol="0" anchor="t" anchorCtr="0"/>
              <a:lstStyle/>
              <a:p>
                <a:r>
                  <a:rPr lang="de-DE" sz="100" noProof="1">
                    <a:latin typeface="Aptos Display" panose="020B0004020202020204" pitchFamily="34" charset="0"/>
                  </a:rPr>
                  <a:t>Storage</a:t>
                </a:r>
              </a:p>
              <a:p>
                <a:endParaRPr lang="de-DE" sz="100" noProof="1">
                  <a:latin typeface="Aptos Display" panose="020B0004020202020204" pitchFamily="34" charset="0"/>
                </a:endParaRPr>
              </a:p>
            </p:txBody>
          </p:sp>
          <p:sp>
            <p:nvSpPr>
              <p:cNvPr id="502" name="Rectangle 501">
                <a:extLst>
                  <a:ext uri="{FF2B5EF4-FFF2-40B4-BE49-F238E27FC236}">
                    <a16:creationId xmlns:a16="http://schemas.microsoft.com/office/drawing/2014/main" id="{638FC238-8671-1792-AF92-23AB82DFADE1}"/>
                  </a:ext>
                </a:extLst>
              </p:cNvPr>
              <p:cNvSpPr/>
              <p:nvPr/>
            </p:nvSpPr>
            <p:spPr>
              <a:xfrm>
                <a:off x="1618023" y="3907114"/>
                <a:ext cx="885506" cy="324618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bIns="0" rtlCol="0" anchor="t" anchorCtr="0"/>
              <a:lstStyle/>
              <a:p>
                <a:r>
                  <a:rPr lang="de-DE" sz="100" noProof="1">
                    <a:latin typeface="Aptos Display" panose="020B0004020202020204" pitchFamily="34" charset="0"/>
                  </a:rPr>
                  <a:t>Storage</a:t>
                </a:r>
              </a:p>
              <a:p>
                <a:endParaRPr lang="de-DE" sz="100" noProof="1">
                  <a:latin typeface="Aptos Display" panose="020B0004020202020204" pitchFamily="34" charset="0"/>
                </a:endParaRPr>
              </a:p>
            </p:txBody>
          </p:sp>
          <p:sp>
            <p:nvSpPr>
              <p:cNvPr id="503" name="Rectangle 502">
                <a:extLst>
                  <a:ext uri="{FF2B5EF4-FFF2-40B4-BE49-F238E27FC236}">
                    <a16:creationId xmlns:a16="http://schemas.microsoft.com/office/drawing/2014/main" id="{0BDF1DCC-4BD9-61A8-3BCA-9F0C769398BF}"/>
                  </a:ext>
                </a:extLst>
              </p:cNvPr>
              <p:cNvSpPr/>
              <p:nvPr/>
            </p:nvSpPr>
            <p:spPr>
              <a:xfrm>
                <a:off x="1618023" y="4281912"/>
                <a:ext cx="885506" cy="324618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bIns="0" rtlCol="0" anchor="t" anchorCtr="0"/>
              <a:lstStyle/>
              <a:p>
                <a:r>
                  <a:rPr lang="de-DE" sz="100" noProof="1">
                    <a:latin typeface="Aptos Display" panose="020B0004020202020204" pitchFamily="34" charset="0"/>
                  </a:rPr>
                  <a:t>Storage</a:t>
                </a:r>
              </a:p>
              <a:p>
                <a:endParaRPr lang="de-DE" sz="100" noProof="1">
                  <a:latin typeface="Aptos Display" panose="020B0004020202020204" pitchFamily="34" charset="0"/>
                </a:endParaRPr>
              </a:p>
            </p:txBody>
          </p:sp>
          <p:sp>
            <p:nvSpPr>
              <p:cNvPr id="505" name="Rectangle 504">
                <a:extLst>
                  <a:ext uri="{FF2B5EF4-FFF2-40B4-BE49-F238E27FC236}">
                    <a16:creationId xmlns:a16="http://schemas.microsoft.com/office/drawing/2014/main" id="{BFF8DA14-986D-1763-50EA-95C6F0CDBC1D}"/>
                  </a:ext>
                </a:extLst>
              </p:cNvPr>
              <p:cNvSpPr/>
              <p:nvPr/>
            </p:nvSpPr>
            <p:spPr>
              <a:xfrm>
                <a:off x="1618023" y="4656710"/>
                <a:ext cx="885506" cy="324618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bIns="0" rtlCol="0" anchor="t" anchorCtr="0"/>
              <a:lstStyle/>
              <a:p>
                <a:r>
                  <a:rPr lang="de-DE" sz="100" noProof="1">
                    <a:latin typeface="Aptos Display" panose="020B0004020202020204" pitchFamily="34" charset="0"/>
                  </a:rPr>
                  <a:t>Storage</a:t>
                </a:r>
              </a:p>
              <a:p>
                <a:endParaRPr lang="de-DE" sz="100" noProof="1">
                  <a:latin typeface="Aptos Display" panose="020B0004020202020204" pitchFamily="34" charset="0"/>
                </a:endParaRPr>
              </a:p>
            </p:txBody>
          </p:sp>
          <p:sp>
            <p:nvSpPr>
              <p:cNvPr id="506" name="Rectangle 505">
                <a:extLst>
                  <a:ext uri="{FF2B5EF4-FFF2-40B4-BE49-F238E27FC236}">
                    <a16:creationId xmlns:a16="http://schemas.microsoft.com/office/drawing/2014/main" id="{6FD065BF-7056-6091-3DDA-7F09C6F551FC}"/>
                  </a:ext>
                </a:extLst>
              </p:cNvPr>
              <p:cNvSpPr/>
              <p:nvPr/>
            </p:nvSpPr>
            <p:spPr>
              <a:xfrm>
                <a:off x="1618023" y="2418612"/>
                <a:ext cx="885506" cy="137160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bIns="0" rtlCol="0" anchor="ctr" anchorCtr="0"/>
              <a:lstStyle/>
              <a:p>
                <a:r>
                  <a:rPr lang="de-DE" sz="100" noProof="1">
                    <a:latin typeface="Aptos Display" panose="020B0004020202020204" pitchFamily="34" charset="0"/>
                  </a:rPr>
                  <a:t>Switch ToR</a:t>
                </a:r>
              </a:p>
            </p:txBody>
          </p:sp>
          <p:sp>
            <p:nvSpPr>
              <p:cNvPr id="507" name="Rectangle 506">
                <a:extLst>
                  <a:ext uri="{FF2B5EF4-FFF2-40B4-BE49-F238E27FC236}">
                    <a16:creationId xmlns:a16="http://schemas.microsoft.com/office/drawing/2014/main" id="{69F6F9C9-ADBD-5033-90DA-2FF872F8BE57}"/>
                  </a:ext>
                </a:extLst>
              </p:cNvPr>
              <p:cNvSpPr/>
              <p:nvPr/>
            </p:nvSpPr>
            <p:spPr>
              <a:xfrm>
                <a:off x="1618023" y="2594791"/>
                <a:ext cx="885506" cy="137160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bIns="0" rtlCol="0" anchor="ctr" anchorCtr="0"/>
              <a:lstStyle/>
              <a:p>
                <a:r>
                  <a:rPr lang="de-DE" sz="100" noProof="1">
                    <a:latin typeface="Aptos Display" panose="020B0004020202020204" pitchFamily="34" charset="0"/>
                  </a:rPr>
                  <a:t>Switch ToR</a:t>
                </a:r>
              </a:p>
            </p:txBody>
          </p:sp>
          <p:sp>
            <p:nvSpPr>
              <p:cNvPr id="508" name="Rectangle 507">
                <a:extLst>
                  <a:ext uri="{FF2B5EF4-FFF2-40B4-BE49-F238E27FC236}">
                    <a16:creationId xmlns:a16="http://schemas.microsoft.com/office/drawing/2014/main" id="{FB69B317-79C1-40D4-814B-BF4F0720A6A2}"/>
                  </a:ext>
                </a:extLst>
              </p:cNvPr>
              <p:cNvSpPr/>
              <p:nvPr/>
            </p:nvSpPr>
            <p:spPr>
              <a:xfrm>
                <a:off x="1618023" y="5598286"/>
                <a:ext cx="885506" cy="137160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bIns="0" rtlCol="0" anchor="ctr" anchorCtr="0"/>
              <a:lstStyle/>
              <a:p>
                <a:r>
                  <a:rPr lang="de-DE" sz="100" noProof="1">
                    <a:latin typeface="Aptos Display" panose="020B0004020202020204" pitchFamily="34" charset="0"/>
                  </a:rPr>
                  <a:t>Switch Mgmt</a:t>
                </a:r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19BEFB5B-79B4-55D0-2FC1-126C1119FF47}"/>
                </a:ext>
              </a:extLst>
            </p:cNvPr>
            <p:cNvGrpSpPr/>
            <p:nvPr/>
          </p:nvGrpSpPr>
          <p:grpSpPr>
            <a:xfrm>
              <a:off x="5545339" y="1465550"/>
              <a:ext cx="1008000" cy="3926900"/>
              <a:chOff x="4778018" y="1868498"/>
              <a:chExt cx="1008000" cy="3926900"/>
            </a:xfrm>
          </p:grpSpPr>
          <p:sp>
            <p:nvSpPr>
              <p:cNvPr id="478" name="Rectangle 477">
                <a:extLst>
                  <a:ext uri="{FF2B5EF4-FFF2-40B4-BE49-F238E27FC236}">
                    <a16:creationId xmlns:a16="http://schemas.microsoft.com/office/drawing/2014/main" id="{45CDC87E-798E-3B2C-FCEB-B27D13808258}"/>
                  </a:ext>
                </a:extLst>
              </p:cNvPr>
              <p:cNvSpPr/>
              <p:nvPr/>
            </p:nvSpPr>
            <p:spPr>
              <a:xfrm>
                <a:off x="4778018" y="1868498"/>
                <a:ext cx="1008000" cy="39269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ctr"/>
                <a:r>
                  <a:rPr lang="de-DE" sz="500" b="1" noProof="1">
                    <a:latin typeface="Aptos Display" panose="020B0004020202020204" pitchFamily="34" charset="0"/>
                  </a:rPr>
                  <a:t>Compute</a:t>
                </a:r>
                <a:br>
                  <a:rPr lang="de-DE" sz="500" b="1" noProof="1">
                    <a:latin typeface="Aptos Display" panose="020B0004020202020204" pitchFamily="34" charset="0"/>
                  </a:rPr>
                </a:br>
                <a:r>
                  <a:rPr lang="de-DE" sz="100" noProof="1">
                    <a:latin typeface="Aptos Display" panose="020B0004020202020204" pitchFamily="34" charset="0"/>
                  </a:rPr>
                  <a:t>cPod</a:t>
                </a:r>
                <a:endParaRPr lang="de-DE" sz="500" noProof="1">
                  <a:latin typeface="Aptos Display" panose="020B0004020202020204" pitchFamily="34" charset="0"/>
                </a:endParaRPr>
              </a:p>
            </p:txBody>
          </p:sp>
          <p:sp>
            <p:nvSpPr>
              <p:cNvPr id="479" name="Rectangle 478">
                <a:extLst>
                  <a:ext uri="{FF2B5EF4-FFF2-40B4-BE49-F238E27FC236}">
                    <a16:creationId xmlns:a16="http://schemas.microsoft.com/office/drawing/2014/main" id="{2F3179C6-EE43-7498-3ECA-7F8ADEB6749B}"/>
                  </a:ext>
                </a:extLst>
              </p:cNvPr>
              <p:cNvSpPr/>
              <p:nvPr/>
            </p:nvSpPr>
            <p:spPr>
              <a:xfrm>
                <a:off x="4835772" y="5595615"/>
                <a:ext cx="885506" cy="137160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bIns="0" rtlCol="0" anchor="ctr" anchorCtr="0"/>
              <a:lstStyle/>
              <a:p>
                <a:r>
                  <a:rPr lang="de-DE" sz="100" noProof="1">
                    <a:latin typeface="Aptos Display" panose="020B0004020202020204" pitchFamily="34" charset="0"/>
                  </a:rPr>
                  <a:t>Switch Mgmt</a:t>
                </a:r>
              </a:p>
            </p:txBody>
          </p:sp>
          <p:sp>
            <p:nvSpPr>
              <p:cNvPr id="480" name="Rectangle 479">
                <a:extLst>
                  <a:ext uri="{FF2B5EF4-FFF2-40B4-BE49-F238E27FC236}">
                    <a16:creationId xmlns:a16="http://schemas.microsoft.com/office/drawing/2014/main" id="{D19E61DD-11CD-466F-8A67-F14F8F99C78F}"/>
                  </a:ext>
                </a:extLst>
              </p:cNvPr>
              <p:cNvSpPr/>
              <p:nvPr/>
            </p:nvSpPr>
            <p:spPr>
              <a:xfrm>
                <a:off x="4835772" y="2408834"/>
                <a:ext cx="885506" cy="137160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bIns="0" rtlCol="0" anchor="ctr" anchorCtr="0"/>
              <a:lstStyle/>
              <a:p>
                <a:r>
                  <a:rPr lang="de-DE" sz="100" noProof="1">
                    <a:latin typeface="Aptos Display" panose="020B0004020202020204" pitchFamily="34" charset="0"/>
                  </a:rPr>
                  <a:t>Switch ToR</a:t>
                </a:r>
              </a:p>
            </p:txBody>
          </p:sp>
          <p:sp>
            <p:nvSpPr>
              <p:cNvPr id="481" name="Rectangle 480">
                <a:extLst>
                  <a:ext uri="{FF2B5EF4-FFF2-40B4-BE49-F238E27FC236}">
                    <a16:creationId xmlns:a16="http://schemas.microsoft.com/office/drawing/2014/main" id="{B5880919-1F4B-2DD3-55AA-42E543EEEE8B}"/>
                  </a:ext>
                </a:extLst>
              </p:cNvPr>
              <p:cNvSpPr/>
              <p:nvPr/>
            </p:nvSpPr>
            <p:spPr>
              <a:xfrm>
                <a:off x="4835772" y="2596292"/>
                <a:ext cx="885506" cy="137160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bIns="0" rtlCol="0" anchor="ctr" anchorCtr="0"/>
              <a:lstStyle/>
              <a:p>
                <a:r>
                  <a:rPr lang="de-DE" sz="100" noProof="1">
                    <a:latin typeface="Aptos Display" panose="020B0004020202020204" pitchFamily="34" charset="0"/>
                  </a:rPr>
                  <a:t>Switch ToR</a:t>
                </a:r>
              </a:p>
            </p:txBody>
          </p:sp>
          <p:sp>
            <p:nvSpPr>
              <p:cNvPr id="482" name="Rectangle 481">
                <a:extLst>
                  <a:ext uri="{FF2B5EF4-FFF2-40B4-BE49-F238E27FC236}">
                    <a16:creationId xmlns:a16="http://schemas.microsoft.com/office/drawing/2014/main" id="{FBF5CC65-9403-D498-FA73-1C8AC64FA211}"/>
                  </a:ext>
                </a:extLst>
              </p:cNvPr>
              <p:cNvSpPr/>
              <p:nvPr/>
            </p:nvSpPr>
            <p:spPr>
              <a:xfrm>
                <a:off x="4835772" y="2783750"/>
                <a:ext cx="885506" cy="137160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bIns="0" rtlCol="0" anchor="ctr" anchorCtr="0"/>
              <a:lstStyle/>
              <a:p>
                <a:r>
                  <a:rPr lang="de-DE" sz="100" noProof="1">
                    <a:latin typeface="Aptos Display" panose="020B0004020202020204" pitchFamily="34" charset="0"/>
                  </a:rPr>
                  <a:t>Compute</a:t>
                </a:r>
              </a:p>
            </p:txBody>
          </p:sp>
          <p:sp>
            <p:nvSpPr>
              <p:cNvPr id="483" name="Rectangle 482">
                <a:extLst>
                  <a:ext uri="{FF2B5EF4-FFF2-40B4-BE49-F238E27FC236}">
                    <a16:creationId xmlns:a16="http://schemas.microsoft.com/office/drawing/2014/main" id="{2B0BC965-EE99-3C51-3440-9610042CF92C}"/>
                  </a:ext>
                </a:extLst>
              </p:cNvPr>
              <p:cNvSpPr/>
              <p:nvPr/>
            </p:nvSpPr>
            <p:spPr>
              <a:xfrm>
                <a:off x="4835772" y="3158666"/>
                <a:ext cx="885506" cy="137160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bIns="0" rtlCol="0" anchor="ctr" anchorCtr="0"/>
              <a:lstStyle/>
              <a:p>
                <a:r>
                  <a:rPr lang="de-DE" sz="100" noProof="1">
                    <a:latin typeface="Aptos Display" panose="020B0004020202020204" pitchFamily="34" charset="0"/>
                  </a:rPr>
                  <a:t>Compute</a:t>
                </a:r>
              </a:p>
            </p:txBody>
          </p:sp>
          <p:sp>
            <p:nvSpPr>
              <p:cNvPr id="484" name="Rectangle 483">
                <a:extLst>
                  <a:ext uri="{FF2B5EF4-FFF2-40B4-BE49-F238E27FC236}">
                    <a16:creationId xmlns:a16="http://schemas.microsoft.com/office/drawing/2014/main" id="{DFDBC016-E0F6-9A9A-230F-E1501CC533F5}"/>
                  </a:ext>
                </a:extLst>
              </p:cNvPr>
              <p:cNvSpPr/>
              <p:nvPr/>
            </p:nvSpPr>
            <p:spPr>
              <a:xfrm>
                <a:off x="4835772" y="2971208"/>
                <a:ext cx="885506" cy="137160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bIns="0" rtlCol="0" anchor="ctr" anchorCtr="0"/>
              <a:lstStyle/>
              <a:p>
                <a:r>
                  <a:rPr lang="de-DE" sz="100" noProof="1">
                    <a:latin typeface="Aptos Display" panose="020B0004020202020204" pitchFamily="34" charset="0"/>
                  </a:rPr>
                  <a:t>Compute</a:t>
                </a:r>
              </a:p>
            </p:txBody>
          </p:sp>
          <p:sp>
            <p:nvSpPr>
              <p:cNvPr id="486" name="Rectangle 485">
                <a:extLst>
                  <a:ext uri="{FF2B5EF4-FFF2-40B4-BE49-F238E27FC236}">
                    <a16:creationId xmlns:a16="http://schemas.microsoft.com/office/drawing/2014/main" id="{8B980298-DBF8-27E1-267D-0FE13333BCF9}"/>
                  </a:ext>
                </a:extLst>
              </p:cNvPr>
              <p:cNvSpPr/>
              <p:nvPr/>
            </p:nvSpPr>
            <p:spPr>
              <a:xfrm>
                <a:off x="4835772" y="3346124"/>
                <a:ext cx="885506" cy="137160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bIns="0" rtlCol="0" anchor="ctr" anchorCtr="0"/>
              <a:lstStyle/>
              <a:p>
                <a:r>
                  <a:rPr lang="de-DE" sz="100" noProof="1">
                    <a:latin typeface="Aptos Display" panose="020B0004020202020204" pitchFamily="34" charset="0"/>
                  </a:rPr>
                  <a:t>Compute</a:t>
                </a:r>
              </a:p>
            </p:txBody>
          </p:sp>
          <p:sp>
            <p:nvSpPr>
              <p:cNvPr id="487" name="Rectangle 486">
                <a:extLst>
                  <a:ext uri="{FF2B5EF4-FFF2-40B4-BE49-F238E27FC236}">
                    <a16:creationId xmlns:a16="http://schemas.microsoft.com/office/drawing/2014/main" id="{32A532A7-6875-DF41-97F5-B0827DAB2C4C}"/>
                  </a:ext>
                </a:extLst>
              </p:cNvPr>
              <p:cNvSpPr/>
              <p:nvPr/>
            </p:nvSpPr>
            <p:spPr>
              <a:xfrm>
                <a:off x="4835772" y="3533582"/>
                <a:ext cx="885506" cy="137160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bIns="0" rtlCol="0" anchor="ctr" anchorCtr="0"/>
              <a:lstStyle/>
              <a:p>
                <a:r>
                  <a:rPr lang="de-DE" sz="100" noProof="1">
                    <a:latin typeface="Aptos Display" panose="020B0004020202020204" pitchFamily="34" charset="0"/>
                  </a:rPr>
                  <a:t>Compute</a:t>
                </a:r>
              </a:p>
            </p:txBody>
          </p:sp>
          <p:sp>
            <p:nvSpPr>
              <p:cNvPr id="488" name="Rectangle 487">
                <a:extLst>
                  <a:ext uri="{FF2B5EF4-FFF2-40B4-BE49-F238E27FC236}">
                    <a16:creationId xmlns:a16="http://schemas.microsoft.com/office/drawing/2014/main" id="{D0C567F3-2343-CC3C-25AC-F2C09E6AC907}"/>
                  </a:ext>
                </a:extLst>
              </p:cNvPr>
              <p:cNvSpPr/>
              <p:nvPr/>
            </p:nvSpPr>
            <p:spPr>
              <a:xfrm>
                <a:off x="4835772" y="3721040"/>
                <a:ext cx="885506" cy="137160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bIns="0" rtlCol="0" anchor="ctr" anchorCtr="0"/>
              <a:lstStyle/>
              <a:p>
                <a:r>
                  <a:rPr lang="de-DE" sz="100" noProof="1">
                    <a:latin typeface="Aptos Display" panose="020B0004020202020204" pitchFamily="34" charset="0"/>
                  </a:rPr>
                  <a:t>Compute</a:t>
                </a:r>
              </a:p>
            </p:txBody>
          </p:sp>
          <p:sp>
            <p:nvSpPr>
              <p:cNvPr id="489" name="Rectangle 488">
                <a:extLst>
                  <a:ext uri="{FF2B5EF4-FFF2-40B4-BE49-F238E27FC236}">
                    <a16:creationId xmlns:a16="http://schemas.microsoft.com/office/drawing/2014/main" id="{62E88460-7DF0-DEB9-8D7B-80EEAF60DA29}"/>
                  </a:ext>
                </a:extLst>
              </p:cNvPr>
              <p:cNvSpPr/>
              <p:nvPr/>
            </p:nvSpPr>
            <p:spPr>
              <a:xfrm>
                <a:off x="4835772" y="3908498"/>
                <a:ext cx="885506" cy="137160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bIns="0" rtlCol="0" anchor="ctr" anchorCtr="0"/>
              <a:lstStyle/>
              <a:p>
                <a:r>
                  <a:rPr lang="de-DE" sz="100" noProof="1">
                    <a:latin typeface="Aptos Display" panose="020B0004020202020204" pitchFamily="34" charset="0"/>
                  </a:rPr>
                  <a:t>Compute</a:t>
                </a:r>
              </a:p>
            </p:txBody>
          </p:sp>
          <p:sp>
            <p:nvSpPr>
              <p:cNvPr id="490" name="Rectangle 489">
                <a:extLst>
                  <a:ext uri="{FF2B5EF4-FFF2-40B4-BE49-F238E27FC236}">
                    <a16:creationId xmlns:a16="http://schemas.microsoft.com/office/drawing/2014/main" id="{FDD1CFC5-1C09-B2A5-2EF7-7B1582A705F2}"/>
                  </a:ext>
                </a:extLst>
              </p:cNvPr>
              <p:cNvSpPr/>
              <p:nvPr/>
            </p:nvSpPr>
            <p:spPr>
              <a:xfrm>
                <a:off x="4835772" y="4095956"/>
                <a:ext cx="885506" cy="137160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bIns="0" rtlCol="0" anchor="ctr" anchorCtr="0"/>
              <a:lstStyle/>
              <a:p>
                <a:r>
                  <a:rPr lang="de-DE" sz="100" noProof="1">
                    <a:latin typeface="Aptos Display" panose="020B0004020202020204" pitchFamily="34" charset="0"/>
                  </a:rPr>
                  <a:t>Compute</a:t>
                </a:r>
              </a:p>
            </p:txBody>
          </p:sp>
          <p:sp>
            <p:nvSpPr>
              <p:cNvPr id="492" name="Rectangle 491">
                <a:extLst>
                  <a:ext uri="{FF2B5EF4-FFF2-40B4-BE49-F238E27FC236}">
                    <a16:creationId xmlns:a16="http://schemas.microsoft.com/office/drawing/2014/main" id="{7195C98B-D0EE-0A8E-8067-1A56032334AB}"/>
                  </a:ext>
                </a:extLst>
              </p:cNvPr>
              <p:cNvSpPr/>
              <p:nvPr/>
            </p:nvSpPr>
            <p:spPr>
              <a:xfrm>
                <a:off x="4835772" y="4283414"/>
                <a:ext cx="885506" cy="137160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bIns="0" rtlCol="0" anchor="ctr" anchorCtr="0"/>
              <a:lstStyle/>
              <a:p>
                <a:r>
                  <a:rPr lang="de-DE" sz="100" noProof="1">
                    <a:latin typeface="Aptos Display" panose="020B0004020202020204" pitchFamily="34" charset="0"/>
                  </a:rPr>
                  <a:t>Compute</a:t>
                </a:r>
              </a:p>
            </p:txBody>
          </p:sp>
          <p:sp>
            <p:nvSpPr>
              <p:cNvPr id="493" name="Rectangle 492">
                <a:extLst>
                  <a:ext uri="{FF2B5EF4-FFF2-40B4-BE49-F238E27FC236}">
                    <a16:creationId xmlns:a16="http://schemas.microsoft.com/office/drawing/2014/main" id="{8583A3E1-FC54-318C-7A00-AABC2E46B271}"/>
                  </a:ext>
                </a:extLst>
              </p:cNvPr>
              <p:cNvSpPr/>
              <p:nvPr/>
            </p:nvSpPr>
            <p:spPr>
              <a:xfrm>
                <a:off x="4835772" y="4470872"/>
                <a:ext cx="885506" cy="137160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bIns="0" rtlCol="0" anchor="ctr" anchorCtr="0"/>
              <a:lstStyle/>
              <a:p>
                <a:r>
                  <a:rPr lang="de-DE" sz="100" noProof="1">
                    <a:latin typeface="Aptos Display" panose="020B0004020202020204" pitchFamily="34" charset="0"/>
                  </a:rPr>
                  <a:t>Compute</a:t>
                </a:r>
              </a:p>
            </p:txBody>
          </p:sp>
          <p:sp>
            <p:nvSpPr>
              <p:cNvPr id="494" name="Rectangle 493">
                <a:extLst>
                  <a:ext uri="{FF2B5EF4-FFF2-40B4-BE49-F238E27FC236}">
                    <a16:creationId xmlns:a16="http://schemas.microsoft.com/office/drawing/2014/main" id="{C02D3BE9-A8DF-2AD1-1ED3-61F8775FCFE1}"/>
                  </a:ext>
                </a:extLst>
              </p:cNvPr>
              <p:cNvSpPr/>
              <p:nvPr/>
            </p:nvSpPr>
            <p:spPr>
              <a:xfrm>
                <a:off x="4835772" y="4658330"/>
                <a:ext cx="885506" cy="137160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bIns="0" rtlCol="0" anchor="ctr" anchorCtr="0"/>
              <a:lstStyle/>
              <a:p>
                <a:r>
                  <a:rPr lang="de-DE" sz="100" noProof="1">
                    <a:latin typeface="Aptos Display" panose="020B0004020202020204" pitchFamily="34" charset="0"/>
                  </a:rPr>
                  <a:t>Compute</a:t>
                </a:r>
              </a:p>
            </p:txBody>
          </p:sp>
          <p:sp>
            <p:nvSpPr>
              <p:cNvPr id="495" name="Rectangle 494">
                <a:extLst>
                  <a:ext uri="{FF2B5EF4-FFF2-40B4-BE49-F238E27FC236}">
                    <a16:creationId xmlns:a16="http://schemas.microsoft.com/office/drawing/2014/main" id="{7493AB08-2CF2-48FD-814A-58411103E588}"/>
                  </a:ext>
                </a:extLst>
              </p:cNvPr>
              <p:cNvSpPr/>
              <p:nvPr/>
            </p:nvSpPr>
            <p:spPr>
              <a:xfrm>
                <a:off x="4835772" y="4845788"/>
                <a:ext cx="885506" cy="137160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bIns="0" rtlCol="0" anchor="ctr" anchorCtr="0"/>
              <a:lstStyle/>
              <a:p>
                <a:r>
                  <a:rPr lang="de-DE" sz="100" noProof="1">
                    <a:latin typeface="Aptos Display" panose="020B0004020202020204" pitchFamily="34" charset="0"/>
                  </a:rPr>
                  <a:t>Compute</a:t>
                </a:r>
              </a:p>
            </p:txBody>
          </p:sp>
          <p:sp>
            <p:nvSpPr>
              <p:cNvPr id="496" name="Rectangle 495">
                <a:extLst>
                  <a:ext uri="{FF2B5EF4-FFF2-40B4-BE49-F238E27FC236}">
                    <a16:creationId xmlns:a16="http://schemas.microsoft.com/office/drawing/2014/main" id="{0526CD25-1E9D-566A-B140-A6558020C83C}"/>
                  </a:ext>
                </a:extLst>
              </p:cNvPr>
              <p:cNvSpPr/>
              <p:nvPr/>
            </p:nvSpPr>
            <p:spPr>
              <a:xfrm>
                <a:off x="4835772" y="5033246"/>
                <a:ext cx="885506" cy="137160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bIns="0" rtlCol="0" anchor="ctr" anchorCtr="0"/>
              <a:lstStyle/>
              <a:p>
                <a:r>
                  <a:rPr lang="de-DE" sz="100" noProof="1">
                    <a:latin typeface="Aptos Display" panose="020B0004020202020204" pitchFamily="34" charset="0"/>
                  </a:rPr>
                  <a:t>Compute</a:t>
                </a:r>
              </a:p>
            </p:txBody>
          </p:sp>
          <p:sp>
            <p:nvSpPr>
              <p:cNvPr id="497" name="Rectangle 496">
                <a:extLst>
                  <a:ext uri="{FF2B5EF4-FFF2-40B4-BE49-F238E27FC236}">
                    <a16:creationId xmlns:a16="http://schemas.microsoft.com/office/drawing/2014/main" id="{2C64AB2A-10CE-8CF3-748C-0E2343C15F7E}"/>
                  </a:ext>
                </a:extLst>
              </p:cNvPr>
              <p:cNvSpPr/>
              <p:nvPr/>
            </p:nvSpPr>
            <p:spPr>
              <a:xfrm>
                <a:off x="4835772" y="5220704"/>
                <a:ext cx="885506" cy="137160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bIns="0" rtlCol="0" anchor="ctr" anchorCtr="0"/>
              <a:lstStyle/>
              <a:p>
                <a:r>
                  <a:rPr lang="de-DE" sz="100" noProof="1">
                    <a:latin typeface="Aptos Display" panose="020B0004020202020204" pitchFamily="34" charset="0"/>
                  </a:rPr>
                  <a:t>Compute</a:t>
                </a: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A31D9942-436D-3F65-4195-70013822DFDF}"/>
                </a:ext>
              </a:extLst>
            </p:cNvPr>
            <p:cNvGrpSpPr/>
            <p:nvPr/>
          </p:nvGrpSpPr>
          <p:grpSpPr>
            <a:xfrm>
              <a:off x="2126297" y="1465550"/>
              <a:ext cx="1008000" cy="3919881"/>
              <a:chOff x="6872619" y="1864587"/>
              <a:chExt cx="1008000" cy="3919881"/>
            </a:xfrm>
          </p:grpSpPr>
          <p:sp>
            <p:nvSpPr>
              <p:cNvPr id="466" name="Rectangle 465">
                <a:extLst>
                  <a:ext uri="{FF2B5EF4-FFF2-40B4-BE49-F238E27FC236}">
                    <a16:creationId xmlns:a16="http://schemas.microsoft.com/office/drawing/2014/main" id="{9F625185-7788-070B-9E7F-35C27DA7FE2A}"/>
                  </a:ext>
                </a:extLst>
              </p:cNvPr>
              <p:cNvSpPr/>
              <p:nvPr/>
            </p:nvSpPr>
            <p:spPr>
              <a:xfrm>
                <a:off x="6872619" y="1864587"/>
                <a:ext cx="1008000" cy="3919881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ctr"/>
                <a:r>
                  <a:rPr lang="de-DE" sz="500" b="1" noProof="1">
                    <a:latin typeface="Aptos Display" panose="020B0004020202020204" pitchFamily="34" charset="0"/>
                  </a:rPr>
                  <a:t>Fabric</a:t>
                </a:r>
                <a:br>
                  <a:rPr lang="de-DE" sz="500" b="1" noProof="1">
                    <a:latin typeface="Aptos Display" panose="020B0004020202020204" pitchFamily="34" charset="0"/>
                  </a:rPr>
                </a:br>
                <a:r>
                  <a:rPr lang="de-DE" sz="100" noProof="1">
                    <a:latin typeface="Aptos Display" panose="020B0004020202020204" pitchFamily="34" charset="0"/>
                  </a:rPr>
                  <a:t>netBB</a:t>
                </a:r>
                <a:endParaRPr lang="de-DE" sz="500" noProof="1">
                  <a:latin typeface="Aptos Display" panose="020B0004020202020204" pitchFamily="34" charset="0"/>
                </a:endParaRPr>
              </a:p>
            </p:txBody>
          </p:sp>
          <p:sp>
            <p:nvSpPr>
              <p:cNvPr id="467" name="Rectangle 466">
                <a:extLst>
                  <a:ext uri="{FF2B5EF4-FFF2-40B4-BE49-F238E27FC236}">
                    <a16:creationId xmlns:a16="http://schemas.microsoft.com/office/drawing/2014/main" id="{409DA9E2-27EA-45AA-E427-E4DDE785004C}"/>
                  </a:ext>
                </a:extLst>
              </p:cNvPr>
              <p:cNvSpPr/>
              <p:nvPr/>
            </p:nvSpPr>
            <p:spPr>
              <a:xfrm>
                <a:off x="6933866" y="3609315"/>
                <a:ext cx="885506" cy="137160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bIns="0" rtlCol="0" anchor="ctr" anchorCtr="0"/>
              <a:lstStyle/>
              <a:p>
                <a:r>
                  <a:rPr lang="de-DE" sz="100" noProof="1">
                    <a:latin typeface="Aptos Display" panose="020B0004020202020204" pitchFamily="34" charset="0"/>
                  </a:rPr>
                  <a:t>Switch Core</a:t>
                </a:r>
              </a:p>
            </p:txBody>
          </p:sp>
          <p:sp>
            <p:nvSpPr>
              <p:cNvPr id="468" name="Rectangle 467">
                <a:extLst>
                  <a:ext uri="{FF2B5EF4-FFF2-40B4-BE49-F238E27FC236}">
                    <a16:creationId xmlns:a16="http://schemas.microsoft.com/office/drawing/2014/main" id="{CC6C4F45-80EB-DCA9-C383-0DAC7AD0EE11}"/>
                  </a:ext>
                </a:extLst>
              </p:cNvPr>
              <p:cNvSpPr/>
              <p:nvPr/>
            </p:nvSpPr>
            <p:spPr>
              <a:xfrm>
                <a:off x="6933866" y="3795520"/>
                <a:ext cx="885506" cy="137160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bIns="0" rtlCol="0" anchor="ctr" anchorCtr="0"/>
              <a:lstStyle/>
              <a:p>
                <a:r>
                  <a:rPr lang="de-DE" sz="100" noProof="1">
                    <a:latin typeface="Aptos Display" panose="020B0004020202020204" pitchFamily="34" charset="0"/>
                  </a:rPr>
                  <a:t>Switch Core</a:t>
                </a:r>
              </a:p>
            </p:txBody>
          </p:sp>
          <p:sp>
            <p:nvSpPr>
              <p:cNvPr id="469" name="Rectangle 468">
                <a:extLst>
                  <a:ext uri="{FF2B5EF4-FFF2-40B4-BE49-F238E27FC236}">
                    <a16:creationId xmlns:a16="http://schemas.microsoft.com/office/drawing/2014/main" id="{63D26595-5A20-89A4-6459-88B43169FE2C}"/>
                  </a:ext>
                </a:extLst>
              </p:cNvPr>
              <p:cNvSpPr/>
              <p:nvPr/>
            </p:nvSpPr>
            <p:spPr>
              <a:xfrm>
                <a:off x="6933866" y="2408895"/>
                <a:ext cx="885506" cy="137160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bIns="0" rtlCol="0" anchor="ctr" anchorCtr="0"/>
              <a:lstStyle/>
              <a:p>
                <a:r>
                  <a:rPr lang="de-DE" sz="100" noProof="1">
                    <a:latin typeface="Aptos Display" panose="020B0004020202020204" pitchFamily="34" charset="0"/>
                  </a:rPr>
                  <a:t>Switch Spine</a:t>
                </a:r>
              </a:p>
            </p:txBody>
          </p:sp>
          <p:sp>
            <p:nvSpPr>
              <p:cNvPr id="470" name="Rectangle 469">
                <a:extLst>
                  <a:ext uri="{FF2B5EF4-FFF2-40B4-BE49-F238E27FC236}">
                    <a16:creationId xmlns:a16="http://schemas.microsoft.com/office/drawing/2014/main" id="{B6B2469B-B754-9639-73D6-CC01E724D04D}"/>
                  </a:ext>
                </a:extLst>
              </p:cNvPr>
              <p:cNvSpPr/>
              <p:nvPr/>
            </p:nvSpPr>
            <p:spPr>
              <a:xfrm>
                <a:off x="6933866" y="2595100"/>
                <a:ext cx="885506" cy="137160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bIns="0" rtlCol="0" anchor="ctr" anchorCtr="0"/>
              <a:lstStyle/>
              <a:p>
                <a:r>
                  <a:rPr lang="de-DE" sz="100" noProof="1">
                    <a:latin typeface="Aptos Display" panose="020B0004020202020204" pitchFamily="34" charset="0"/>
                  </a:rPr>
                  <a:t>Switch Spine</a:t>
                </a:r>
              </a:p>
            </p:txBody>
          </p:sp>
          <p:sp>
            <p:nvSpPr>
              <p:cNvPr id="471" name="Rectangle 470">
                <a:extLst>
                  <a:ext uri="{FF2B5EF4-FFF2-40B4-BE49-F238E27FC236}">
                    <a16:creationId xmlns:a16="http://schemas.microsoft.com/office/drawing/2014/main" id="{B3F3D5AD-8524-28D1-4EA0-C5F04370E8A4}"/>
                  </a:ext>
                </a:extLst>
              </p:cNvPr>
              <p:cNvSpPr/>
              <p:nvPr/>
            </p:nvSpPr>
            <p:spPr>
              <a:xfrm>
                <a:off x="6933866" y="2781305"/>
                <a:ext cx="885506" cy="137160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bIns="0" rtlCol="0" anchor="ctr" anchorCtr="0"/>
              <a:lstStyle/>
              <a:p>
                <a:r>
                  <a:rPr lang="de-DE" sz="100" noProof="1">
                    <a:latin typeface="Aptos Display" panose="020B0004020202020204" pitchFamily="34" charset="0"/>
                  </a:rPr>
                  <a:t>Switch Spine</a:t>
                </a:r>
              </a:p>
            </p:txBody>
          </p:sp>
          <p:sp>
            <p:nvSpPr>
              <p:cNvPr id="472" name="Rectangle 471">
                <a:extLst>
                  <a:ext uri="{FF2B5EF4-FFF2-40B4-BE49-F238E27FC236}">
                    <a16:creationId xmlns:a16="http://schemas.microsoft.com/office/drawing/2014/main" id="{195E1068-6143-0090-45E5-8023C03B07AF}"/>
                  </a:ext>
                </a:extLst>
              </p:cNvPr>
              <p:cNvSpPr/>
              <p:nvPr/>
            </p:nvSpPr>
            <p:spPr>
              <a:xfrm>
                <a:off x="6933866" y="2967510"/>
                <a:ext cx="885506" cy="137160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bIns="0" rtlCol="0" anchor="ctr" anchorCtr="0"/>
              <a:lstStyle/>
              <a:p>
                <a:r>
                  <a:rPr lang="de-DE" sz="100" noProof="1">
                    <a:latin typeface="Aptos Display" panose="020B0004020202020204" pitchFamily="34" charset="0"/>
                  </a:rPr>
                  <a:t>Switch Leaf</a:t>
                </a:r>
              </a:p>
            </p:txBody>
          </p:sp>
          <p:sp>
            <p:nvSpPr>
              <p:cNvPr id="473" name="Rectangle 472">
                <a:extLst>
                  <a:ext uri="{FF2B5EF4-FFF2-40B4-BE49-F238E27FC236}">
                    <a16:creationId xmlns:a16="http://schemas.microsoft.com/office/drawing/2014/main" id="{0753F4A8-FEB0-BCAC-832E-AEB4E8D72B71}"/>
                  </a:ext>
                </a:extLst>
              </p:cNvPr>
              <p:cNvSpPr/>
              <p:nvPr/>
            </p:nvSpPr>
            <p:spPr>
              <a:xfrm>
                <a:off x="6933866" y="3153715"/>
                <a:ext cx="885506" cy="137160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bIns="0" rtlCol="0" anchor="ctr" anchorCtr="0"/>
              <a:lstStyle/>
              <a:p>
                <a:r>
                  <a:rPr lang="de-DE" sz="100" noProof="1">
                    <a:latin typeface="Aptos Display" panose="020B0004020202020204" pitchFamily="34" charset="0"/>
                  </a:rPr>
                  <a:t>Switch Leaf</a:t>
                </a:r>
              </a:p>
            </p:txBody>
          </p:sp>
          <p:sp>
            <p:nvSpPr>
              <p:cNvPr id="474" name="Rectangle 473">
                <a:extLst>
                  <a:ext uri="{FF2B5EF4-FFF2-40B4-BE49-F238E27FC236}">
                    <a16:creationId xmlns:a16="http://schemas.microsoft.com/office/drawing/2014/main" id="{3F2C37E2-4B2D-E545-46A5-B9177FD10C9C}"/>
                  </a:ext>
                </a:extLst>
              </p:cNvPr>
              <p:cNvSpPr/>
              <p:nvPr/>
            </p:nvSpPr>
            <p:spPr>
              <a:xfrm>
                <a:off x="6933866" y="4094572"/>
                <a:ext cx="885506" cy="137160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bIns="0" rtlCol="0" anchor="ctr" anchorCtr="0"/>
              <a:lstStyle/>
              <a:p>
                <a:r>
                  <a:rPr lang="de-DE" sz="100" noProof="1">
                    <a:latin typeface="Aptos Display" panose="020B0004020202020204" pitchFamily="34" charset="0"/>
                  </a:rPr>
                  <a:t>Firewall</a:t>
                </a:r>
              </a:p>
            </p:txBody>
          </p:sp>
          <p:sp>
            <p:nvSpPr>
              <p:cNvPr id="475" name="Rectangle 474">
                <a:extLst>
                  <a:ext uri="{FF2B5EF4-FFF2-40B4-BE49-F238E27FC236}">
                    <a16:creationId xmlns:a16="http://schemas.microsoft.com/office/drawing/2014/main" id="{56812F50-C979-4731-DCAD-3160B3AACF3D}"/>
                  </a:ext>
                </a:extLst>
              </p:cNvPr>
              <p:cNvSpPr/>
              <p:nvPr/>
            </p:nvSpPr>
            <p:spPr>
              <a:xfrm>
                <a:off x="6933866" y="5597128"/>
                <a:ext cx="885506" cy="137160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bIns="0" rtlCol="0" anchor="ctr" anchorCtr="0"/>
              <a:lstStyle/>
              <a:p>
                <a:r>
                  <a:rPr lang="de-DE" sz="100" noProof="1">
                    <a:latin typeface="Aptos Display" panose="020B0004020202020204" pitchFamily="34" charset="0"/>
                  </a:rPr>
                  <a:t>Switch Mgmt</a:t>
                </a:r>
              </a:p>
            </p:txBody>
          </p:sp>
          <p:sp>
            <p:nvSpPr>
              <p:cNvPr id="476" name="Rectangle 475">
                <a:extLst>
                  <a:ext uri="{FF2B5EF4-FFF2-40B4-BE49-F238E27FC236}">
                    <a16:creationId xmlns:a16="http://schemas.microsoft.com/office/drawing/2014/main" id="{8C99DA2F-5FE0-9F53-5794-D74E92152866}"/>
                  </a:ext>
                </a:extLst>
              </p:cNvPr>
              <p:cNvSpPr/>
              <p:nvPr/>
            </p:nvSpPr>
            <p:spPr>
              <a:xfrm>
                <a:off x="6933866" y="5424400"/>
                <a:ext cx="885506" cy="137160"/>
              </a:xfrm>
              <a:prstGeom prst="rect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bIns="0" rtlCol="0" anchor="ctr" anchorCtr="0"/>
              <a:lstStyle/>
              <a:p>
                <a:r>
                  <a:rPr lang="de-DE" sz="100" noProof="1">
                    <a:latin typeface="Aptos Display" panose="020B0004020202020204" pitchFamily="34" charset="0"/>
                  </a:rPr>
                  <a:t>Console</a:t>
                </a:r>
              </a:p>
            </p:txBody>
          </p:sp>
          <p:sp>
            <p:nvSpPr>
              <p:cNvPr id="477" name="Rectangle 476">
                <a:extLst>
                  <a:ext uri="{FF2B5EF4-FFF2-40B4-BE49-F238E27FC236}">
                    <a16:creationId xmlns:a16="http://schemas.microsoft.com/office/drawing/2014/main" id="{EC1CF73F-5E3A-D546-0B24-F3ED3222DFBF}"/>
                  </a:ext>
                </a:extLst>
              </p:cNvPr>
              <p:cNvSpPr/>
              <p:nvPr/>
            </p:nvSpPr>
            <p:spPr>
              <a:xfrm>
                <a:off x="6933866" y="4266763"/>
                <a:ext cx="885506" cy="137160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bIns="0" rtlCol="0" anchor="ctr" anchorCtr="0"/>
              <a:lstStyle/>
              <a:p>
                <a:r>
                  <a:rPr lang="de-DE" sz="100" noProof="1">
                    <a:latin typeface="Aptos Display" panose="020B0004020202020204" pitchFamily="34" charset="0"/>
                  </a:rPr>
                  <a:t>Firewall</a:t>
                </a:r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8D283411-5690-F8C7-A995-5E55DF366A22}"/>
                </a:ext>
              </a:extLst>
            </p:cNvPr>
            <p:cNvGrpSpPr/>
            <p:nvPr/>
          </p:nvGrpSpPr>
          <p:grpSpPr>
            <a:xfrm>
              <a:off x="8791150" y="1465550"/>
              <a:ext cx="1008000" cy="3926900"/>
              <a:chOff x="2612384" y="1868498"/>
              <a:chExt cx="1008000" cy="3926900"/>
            </a:xfrm>
          </p:grpSpPr>
          <p:sp>
            <p:nvSpPr>
              <p:cNvPr id="458" name="Rectangle 457">
                <a:extLst>
                  <a:ext uri="{FF2B5EF4-FFF2-40B4-BE49-F238E27FC236}">
                    <a16:creationId xmlns:a16="http://schemas.microsoft.com/office/drawing/2014/main" id="{0244C2FE-6279-B939-6CC6-D014C4DFBD91}"/>
                  </a:ext>
                </a:extLst>
              </p:cNvPr>
              <p:cNvSpPr/>
              <p:nvPr/>
            </p:nvSpPr>
            <p:spPr>
              <a:xfrm>
                <a:off x="2612384" y="1868498"/>
                <a:ext cx="1008000" cy="39269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ctr"/>
                <a:r>
                  <a:rPr lang="de-DE" sz="500" b="1" noProof="1">
                    <a:latin typeface="Aptos Display" panose="020B0004020202020204" pitchFamily="34" charset="0"/>
                  </a:rPr>
                  <a:t>AI</a:t>
                </a:r>
                <a:br>
                  <a:rPr lang="de-DE" sz="500" b="1" noProof="1">
                    <a:latin typeface="Aptos Display" panose="020B0004020202020204" pitchFamily="34" charset="0"/>
                  </a:rPr>
                </a:br>
                <a:r>
                  <a:rPr lang="de-DE" sz="100" noProof="1">
                    <a:latin typeface="Aptos Display" panose="020B0004020202020204" pitchFamily="34" charset="0"/>
                  </a:rPr>
                  <a:t>gpuPod</a:t>
                </a:r>
                <a:endParaRPr lang="de-DE" sz="500" noProof="1">
                  <a:latin typeface="Aptos Display" panose="020B0004020202020204" pitchFamily="34" charset="0"/>
                </a:endParaRPr>
              </a:p>
            </p:txBody>
          </p:sp>
          <p:sp>
            <p:nvSpPr>
              <p:cNvPr id="459" name="Rectangle 458">
                <a:extLst>
                  <a:ext uri="{FF2B5EF4-FFF2-40B4-BE49-F238E27FC236}">
                    <a16:creationId xmlns:a16="http://schemas.microsoft.com/office/drawing/2014/main" id="{762E270B-FAA6-4F27-07BA-AC1C5A1F6BE1}"/>
                  </a:ext>
                </a:extLst>
              </p:cNvPr>
              <p:cNvSpPr/>
              <p:nvPr/>
            </p:nvSpPr>
            <p:spPr>
              <a:xfrm>
                <a:off x="2673832" y="2783751"/>
                <a:ext cx="885506" cy="324618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bIns="0" rtlCol="0" anchor="t" anchorCtr="0"/>
              <a:lstStyle/>
              <a:p>
                <a:r>
                  <a:rPr lang="de-DE" sz="100" noProof="1">
                    <a:latin typeface="Aptos Display" panose="020B0004020202020204" pitchFamily="34" charset="0"/>
                  </a:rPr>
                  <a:t>GPU Inference</a:t>
                </a:r>
              </a:p>
            </p:txBody>
          </p:sp>
          <p:sp>
            <p:nvSpPr>
              <p:cNvPr id="460" name="Rectangle 459">
                <a:extLst>
                  <a:ext uri="{FF2B5EF4-FFF2-40B4-BE49-F238E27FC236}">
                    <a16:creationId xmlns:a16="http://schemas.microsoft.com/office/drawing/2014/main" id="{9EFA006E-3C87-2B8D-6348-15CA2356828B}"/>
                  </a:ext>
                </a:extLst>
              </p:cNvPr>
              <p:cNvSpPr/>
              <p:nvPr/>
            </p:nvSpPr>
            <p:spPr>
              <a:xfrm>
                <a:off x="2673832" y="3162838"/>
                <a:ext cx="885506" cy="320446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bIns="0" rtlCol="0" anchor="t" anchorCtr="0"/>
              <a:lstStyle/>
              <a:p>
                <a:r>
                  <a:rPr lang="de-DE" sz="100" noProof="1">
                    <a:latin typeface="Aptos Display" panose="020B0004020202020204" pitchFamily="34" charset="0"/>
                  </a:rPr>
                  <a:t>GPU Inference</a:t>
                </a:r>
              </a:p>
            </p:txBody>
          </p:sp>
          <p:sp>
            <p:nvSpPr>
              <p:cNvPr id="461" name="Rectangle 460">
                <a:extLst>
                  <a:ext uri="{FF2B5EF4-FFF2-40B4-BE49-F238E27FC236}">
                    <a16:creationId xmlns:a16="http://schemas.microsoft.com/office/drawing/2014/main" id="{0038DAC8-3139-272F-A8FD-5F6CBB8DD1F1}"/>
                  </a:ext>
                </a:extLst>
              </p:cNvPr>
              <p:cNvSpPr/>
              <p:nvPr/>
            </p:nvSpPr>
            <p:spPr>
              <a:xfrm>
                <a:off x="2673832" y="3533582"/>
                <a:ext cx="885506" cy="324618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bIns="0" rtlCol="0" anchor="t" anchorCtr="0"/>
              <a:lstStyle/>
              <a:p>
                <a:r>
                  <a:rPr lang="de-DE" sz="100" noProof="1">
                    <a:latin typeface="Aptos Display" panose="020B0004020202020204" pitchFamily="34" charset="0"/>
                  </a:rPr>
                  <a:t>GPU Inference </a:t>
                </a:r>
              </a:p>
              <a:p>
                <a:endParaRPr lang="de-DE" sz="100" noProof="1">
                  <a:latin typeface="Aptos Display" panose="020B0004020202020204" pitchFamily="34" charset="0"/>
                </a:endParaRPr>
              </a:p>
            </p:txBody>
          </p:sp>
          <p:sp>
            <p:nvSpPr>
              <p:cNvPr id="462" name="Rectangle 461">
                <a:extLst>
                  <a:ext uri="{FF2B5EF4-FFF2-40B4-BE49-F238E27FC236}">
                    <a16:creationId xmlns:a16="http://schemas.microsoft.com/office/drawing/2014/main" id="{96899F87-345C-5C95-0B9A-DF9E34774EDE}"/>
                  </a:ext>
                </a:extLst>
              </p:cNvPr>
              <p:cNvSpPr/>
              <p:nvPr/>
            </p:nvSpPr>
            <p:spPr>
              <a:xfrm>
                <a:off x="2673832" y="3908615"/>
                <a:ext cx="885506" cy="324618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bIns="0" rtlCol="0" anchor="t" anchorCtr="0"/>
              <a:lstStyle/>
              <a:p>
                <a:r>
                  <a:rPr lang="de-DE" sz="100" noProof="1">
                    <a:latin typeface="Aptos Display" panose="020B0004020202020204" pitchFamily="34" charset="0"/>
                  </a:rPr>
                  <a:t>GPU Inference</a:t>
                </a:r>
              </a:p>
              <a:p>
                <a:endParaRPr lang="de-DE" sz="100" noProof="1">
                  <a:latin typeface="Aptos Display" panose="020B0004020202020204" pitchFamily="34" charset="0"/>
                </a:endParaRPr>
              </a:p>
            </p:txBody>
          </p:sp>
          <p:sp>
            <p:nvSpPr>
              <p:cNvPr id="463" name="Rectangle 462">
                <a:extLst>
                  <a:ext uri="{FF2B5EF4-FFF2-40B4-BE49-F238E27FC236}">
                    <a16:creationId xmlns:a16="http://schemas.microsoft.com/office/drawing/2014/main" id="{B717E520-105C-5C04-1B7D-EBFC26C2CD07}"/>
                  </a:ext>
                </a:extLst>
              </p:cNvPr>
              <p:cNvSpPr/>
              <p:nvPr/>
            </p:nvSpPr>
            <p:spPr>
              <a:xfrm>
                <a:off x="2673832" y="2420113"/>
                <a:ext cx="885506" cy="137160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bIns="0" rtlCol="0" anchor="ctr" anchorCtr="0"/>
              <a:lstStyle/>
              <a:p>
                <a:r>
                  <a:rPr lang="de-DE" sz="100" noProof="1">
                    <a:latin typeface="Aptos Display" panose="020B0004020202020204" pitchFamily="34" charset="0"/>
                  </a:rPr>
                  <a:t>Switch ToR</a:t>
                </a:r>
              </a:p>
            </p:txBody>
          </p:sp>
          <p:sp>
            <p:nvSpPr>
              <p:cNvPr id="464" name="Rectangle 463">
                <a:extLst>
                  <a:ext uri="{FF2B5EF4-FFF2-40B4-BE49-F238E27FC236}">
                    <a16:creationId xmlns:a16="http://schemas.microsoft.com/office/drawing/2014/main" id="{EE4312F2-18C6-3D71-13BE-EBDFFAB1BC46}"/>
                  </a:ext>
                </a:extLst>
              </p:cNvPr>
              <p:cNvSpPr/>
              <p:nvPr/>
            </p:nvSpPr>
            <p:spPr>
              <a:xfrm>
                <a:off x="2673832" y="2596292"/>
                <a:ext cx="885506" cy="137160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bIns="0" rtlCol="0" anchor="ctr" anchorCtr="0"/>
              <a:lstStyle/>
              <a:p>
                <a:r>
                  <a:rPr lang="de-DE" sz="100" noProof="1">
                    <a:latin typeface="Aptos Display" panose="020B0004020202020204" pitchFamily="34" charset="0"/>
                  </a:rPr>
                  <a:t>Switch ToR</a:t>
                </a:r>
              </a:p>
            </p:txBody>
          </p:sp>
          <p:sp>
            <p:nvSpPr>
              <p:cNvPr id="465" name="Rectangle 464">
                <a:extLst>
                  <a:ext uri="{FF2B5EF4-FFF2-40B4-BE49-F238E27FC236}">
                    <a16:creationId xmlns:a16="http://schemas.microsoft.com/office/drawing/2014/main" id="{EE2BC103-89B2-B57B-8BEC-9F8456CB26E5}"/>
                  </a:ext>
                </a:extLst>
              </p:cNvPr>
              <p:cNvSpPr/>
              <p:nvPr/>
            </p:nvSpPr>
            <p:spPr>
              <a:xfrm>
                <a:off x="2673832" y="5599787"/>
                <a:ext cx="885506" cy="137160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bIns="0" rtlCol="0" anchor="ctr" anchorCtr="0"/>
              <a:lstStyle/>
              <a:p>
                <a:r>
                  <a:rPr lang="de-DE" sz="100" noProof="1">
                    <a:latin typeface="Aptos Display" panose="020B0004020202020204" pitchFamily="34" charset="0"/>
                  </a:rPr>
                  <a:t>Switch Mgmt</a:t>
                </a:r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00E73309-F7AF-14FD-E99F-566F720D3FD6}"/>
                </a:ext>
              </a:extLst>
            </p:cNvPr>
            <p:cNvGrpSpPr/>
            <p:nvPr/>
          </p:nvGrpSpPr>
          <p:grpSpPr>
            <a:xfrm>
              <a:off x="9871026" y="1465550"/>
              <a:ext cx="1008000" cy="3926900"/>
              <a:chOff x="3686853" y="1864587"/>
              <a:chExt cx="1008000" cy="3926900"/>
            </a:xfrm>
          </p:grpSpPr>
          <p:sp>
            <p:nvSpPr>
              <p:cNvPr id="453" name="Rectangle 452">
                <a:extLst>
                  <a:ext uri="{FF2B5EF4-FFF2-40B4-BE49-F238E27FC236}">
                    <a16:creationId xmlns:a16="http://schemas.microsoft.com/office/drawing/2014/main" id="{1CA00C4C-1BD7-FEEC-1963-BDB5BF273915}"/>
                  </a:ext>
                </a:extLst>
              </p:cNvPr>
              <p:cNvSpPr/>
              <p:nvPr/>
            </p:nvSpPr>
            <p:spPr>
              <a:xfrm>
                <a:off x="3686853" y="1864587"/>
                <a:ext cx="1008000" cy="39269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ctr"/>
                <a:r>
                  <a:rPr lang="de-DE" sz="500" b="1" noProof="1">
                    <a:latin typeface="Aptos Display" panose="020B0004020202020204" pitchFamily="34" charset="0"/>
                  </a:rPr>
                  <a:t>AI</a:t>
                </a:r>
                <a:br>
                  <a:rPr lang="de-DE" sz="500" b="1" noProof="1">
                    <a:latin typeface="Aptos Display" panose="020B0004020202020204" pitchFamily="34" charset="0"/>
                  </a:rPr>
                </a:br>
                <a:r>
                  <a:rPr lang="de-DE" sz="100" noProof="1">
                    <a:latin typeface="Aptos Display" panose="020B0004020202020204" pitchFamily="34" charset="0"/>
                  </a:rPr>
                  <a:t>gpuPod</a:t>
                </a:r>
                <a:endParaRPr lang="de-DE" sz="500" noProof="1">
                  <a:latin typeface="Aptos Display" panose="020B0004020202020204" pitchFamily="34" charset="0"/>
                </a:endParaRPr>
              </a:p>
            </p:txBody>
          </p:sp>
          <p:sp>
            <p:nvSpPr>
              <p:cNvPr id="454" name="Rectangle 453">
                <a:extLst>
                  <a:ext uri="{FF2B5EF4-FFF2-40B4-BE49-F238E27FC236}">
                    <a16:creationId xmlns:a16="http://schemas.microsoft.com/office/drawing/2014/main" id="{51347919-2367-D68A-59F5-D18FC4A9FACF}"/>
                  </a:ext>
                </a:extLst>
              </p:cNvPr>
              <p:cNvSpPr/>
              <p:nvPr/>
            </p:nvSpPr>
            <p:spPr>
              <a:xfrm>
                <a:off x="3748301" y="2779840"/>
                <a:ext cx="885506" cy="324618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bIns="0" rtlCol="0" anchor="t" anchorCtr="0"/>
              <a:lstStyle/>
              <a:p>
                <a:r>
                  <a:rPr lang="de-DE" sz="100" noProof="1">
                    <a:latin typeface="Aptos Display" panose="020B0004020202020204" pitchFamily="34" charset="0"/>
                  </a:rPr>
                  <a:t>GPU Training</a:t>
                </a:r>
              </a:p>
            </p:txBody>
          </p:sp>
          <p:sp>
            <p:nvSpPr>
              <p:cNvPr id="455" name="Rectangle 454">
                <a:extLst>
                  <a:ext uri="{FF2B5EF4-FFF2-40B4-BE49-F238E27FC236}">
                    <a16:creationId xmlns:a16="http://schemas.microsoft.com/office/drawing/2014/main" id="{28CA0080-BF30-B5AA-B1DE-84300CC34D8E}"/>
                  </a:ext>
                </a:extLst>
              </p:cNvPr>
              <p:cNvSpPr/>
              <p:nvPr/>
            </p:nvSpPr>
            <p:spPr>
              <a:xfrm>
                <a:off x="3748301" y="2416202"/>
                <a:ext cx="885506" cy="137160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bIns="0" rtlCol="0" anchor="ctr" anchorCtr="0"/>
              <a:lstStyle/>
              <a:p>
                <a:r>
                  <a:rPr lang="de-DE" sz="100" noProof="1">
                    <a:latin typeface="Aptos Display" panose="020B0004020202020204" pitchFamily="34" charset="0"/>
                  </a:rPr>
                  <a:t>Switch ToR</a:t>
                </a:r>
              </a:p>
            </p:txBody>
          </p:sp>
          <p:sp>
            <p:nvSpPr>
              <p:cNvPr id="456" name="Rectangle 455">
                <a:extLst>
                  <a:ext uri="{FF2B5EF4-FFF2-40B4-BE49-F238E27FC236}">
                    <a16:creationId xmlns:a16="http://schemas.microsoft.com/office/drawing/2014/main" id="{2243F8C7-E304-CE6D-1EF1-081631A01148}"/>
                  </a:ext>
                </a:extLst>
              </p:cNvPr>
              <p:cNvSpPr/>
              <p:nvPr/>
            </p:nvSpPr>
            <p:spPr>
              <a:xfrm>
                <a:off x="3748301" y="2592381"/>
                <a:ext cx="885506" cy="137160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bIns="0" rtlCol="0" anchor="ctr" anchorCtr="0"/>
              <a:lstStyle/>
              <a:p>
                <a:r>
                  <a:rPr lang="de-DE" sz="100" noProof="1">
                    <a:latin typeface="Aptos Display" panose="020B0004020202020204" pitchFamily="34" charset="0"/>
                  </a:rPr>
                  <a:t>Switch ToR</a:t>
                </a:r>
              </a:p>
            </p:txBody>
          </p:sp>
          <p:sp>
            <p:nvSpPr>
              <p:cNvPr id="457" name="Rectangle 456">
                <a:extLst>
                  <a:ext uri="{FF2B5EF4-FFF2-40B4-BE49-F238E27FC236}">
                    <a16:creationId xmlns:a16="http://schemas.microsoft.com/office/drawing/2014/main" id="{118C7618-8D49-6677-E987-767D308A2B02}"/>
                  </a:ext>
                </a:extLst>
              </p:cNvPr>
              <p:cNvSpPr/>
              <p:nvPr/>
            </p:nvSpPr>
            <p:spPr>
              <a:xfrm>
                <a:off x="3748301" y="5595876"/>
                <a:ext cx="885506" cy="137160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bIns="0" rtlCol="0" anchor="ctr" anchorCtr="0"/>
              <a:lstStyle/>
              <a:p>
                <a:r>
                  <a:rPr lang="de-DE" sz="100" noProof="1">
                    <a:latin typeface="Aptos Display" panose="020B0004020202020204" pitchFamily="34" charset="0"/>
                  </a:rPr>
                  <a:t>Switch Mgmt</a:t>
                </a:r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8D7BA921-4BA7-16A6-6403-474051C183FB}"/>
                </a:ext>
              </a:extLst>
            </p:cNvPr>
            <p:cNvGrpSpPr/>
            <p:nvPr/>
          </p:nvGrpSpPr>
          <p:grpSpPr>
            <a:xfrm>
              <a:off x="7705091" y="1465550"/>
              <a:ext cx="1014183" cy="3926899"/>
              <a:chOff x="484129" y="1870545"/>
              <a:chExt cx="1014183" cy="3926899"/>
            </a:xfrm>
          </p:grpSpPr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9DEA6B2E-C89F-F401-D96E-CBA4934B4230}"/>
                  </a:ext>
                </a:extLst>
              </p:cNvPr>
              <p:cNvSpPr/>
              <p:nvPr/>
            </p:nvSpPr>
            <p:spPr>
              <a:xfrm>
                <a:off x="484129" y="1870545"/>
                <a:ext cx="1008000" cy="3926899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ctr"/>
                <a:r>
                  <a:rPr lang="de-DE" sz="500" b="1" noProof="1">
                    <a:latin typeface="Aptos Display" panose="020B0004020202020204" pitchFamily="34" charset="0"/>
                  </a:rPr>
                  <a:t>Network</a:t>
                </a:r>
                <a:br>
                  <a:rPr lang="de-DE" sz="500" b="1" noProof="1">
                    <a:latin typeface="Aptos Display" panose="020B0004020202020204" pitchFamily="34" charset="0"/>
                  </a:rPr>
                </a:br>
                <a:r>
                  <a:rPr lang="de-DE" sz="100" noProof="1">
                    <a:latin typeface="Aptos Display" panose="020B0004020202020204" pitchFamily="34" charset="0"/>
                  </a:rPr>
                  <a:t>netPod</a:t>
                </a:r>
                <a:endParaRPr lang="de-DE" sz="500" noProof="1">
                  <a:latin typeface="Aptos Display" panose="020B0004020202020204" pitchFamily="34" charset="0"/>
                </a:endParaRPr>
              </a:p>
            </p:txBody>
          </p:sp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B58C9426-CFD2-C9F0-CD77-56BE056F20CB}"/>
                  </a:ext>
                </a:extLst>
              </p:cNvPr>
              <p:cNvSpPr/>
              <p:nvPr/>
            </p:nvSpPr>
            <p:spPr>
              <a:xfrm>
                <a:off x="555052" y="3526741"/>
                <a:ext cx="885506" cy="146693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bIns="0" rtlCol="0" anchor="ctr" anchorCtr="0"/>
              <a:lstStyle/>
              <a:p>
                <a:r>
                  <a:rPr lang="de-DE" sz="100" noProof="1">
                    <a:latin typeface="Aptos Display" panose="020B0004020202020204" pitchFamily="34" charset="0"/>
                  </a:rPr>
                  <a:t>Load Balancer</a:t>
                </a:r>
              </a:p>
            </p:txBody>
          </p:sp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DEE8BBE5-A0A6-6276-7D73-A84C31668733}"/>
                  </a:ext>
                </a:extLst>
              </p:cNvPr>
              <p:cNvSpPr/>
              <p:nvPr/>
            </p:nvSpPr>
            <p:spPr>
              <a:xfrm>
                <a:off x="555052" y="3717190"/>
                <a:ext cx="885506" cy="146693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bIns="0" rtlCol="0" anchor="ctr" anchorCtr="0"/>
              <a:lstStyle/>
              <a:p>
                <a:r>
                  <a:rPr lang="de-DE" sz="100" noProof="1">
                    <a:latin typeface="Aptos Display" panose="020B0004020202020204" pitchFamily="34" charset="0"/>
                  </a:rPr>
                  <a:t>Load Balancer</a:t>
                </a:r>
              </a:p>
            </p:txBody>
          </p:sp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40843971-5823-41FA-723D-BBFBE06AC4B4}"/>
                  </a:ext>
                </a:extLst>
              </p:cNvPr>
              <p:cNvSpPr/>
              <p:nvPr/>
            </p:nvSpPr>
            <p:spPr>
              <a:xfrm>
                <a:off x="555052" y="3145837"/>
                <a:ext cx="885506" cy="146693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bIns="0" rtlCol="0" anchor="ctr" anchorCtr="0"/>
              <a:lstStyle/>
              <a:p>
                <a:r>
                  <a:rPr lang="de-DE" sz="100" noProof="1">
                    <a:latin typeface="Aptos Display" panose="020B0004020202020204" pitchFamily="34" charset="0"/>
                  </a:rPr>
                  <a:t>Switch Tenants</a:t>
                </a:r>
              </a:p>
            </p:txBody>
          </p:sp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47AE61AB-9EF5-9E30-D262-64F0DC190256}"/>
                  </a:ext>
                </a:extLst>
              </p:cNvPr>
              <p:cNvSpPr/>
              <p:nvPr/>
            </p:nvSpPr>
            <p:spPr>
              <a:xfrm>
                <a:off x="555052" y="3336289"/>
                <a:ext cx="885506" cy="146693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bIns="0" rtlCol="0" anchor="ctr" anchorCtr="0"/>
              <a:lstStyle/>
              <a:p>
                <a:r>
                  <a:rPr lang="de-DE" sz="100" noProof="1">
                    <a:latin typeface="Aptos Display" panose="020B0004020202020204" pitchFamily="34" charset="0"/>
                  </a:rPr>
                  <a:t>Switch Tenants</a:t>
                </a:r>
              </a:p>
            </p:txBody>
          </p:sp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DA3C2B9A-9782-3BCC-2346-A5DF9289B95D}"/>
                  </a:ext>
                </a:extLst>
              </p:cNvPr>
              <p:cNvSpPr/>
              <p:nvPr/>
            </p:nvSpPr>
            <p:spPr>
              <a:xfrm>
                <a:off x="555052" y="5595760"/>
                <a:ext cx="885506" cy="137160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bIns="0" rtlCol="0" anchor="ctr" anchorCtr="0"/>
              <a:lstStyle/>
              <a:p>
                <a:r>
                  <a:rPr lang="de-DE" sz="100" noProof="1">
                    <a:latin typeface="Aptos Display" panose="020B0004020202020204" pitchFamily="34" charset="0"/>
                  </a:rPr>
                  <a:t>Switch Mgmt</a:t>
                </a:r>
              </a:p>
            </p:txBody>
          </p:sp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E98E7907-54D9-3F75-EF41-99744E8601FD}"/>
                  </a:ext>
                </a:extLst>
              </p:cNvPr>
              <p:cNvSpPr/>
              <p:nvPr/>
            </p:nvSpPr>
            <p:spPr>
              <a:xfrm>
                <a:off x="555052" y="5423032"/>
                <a:ext cx="885506" cy="137160"/>
              </a:xfrm>
              <a:prstGeom prst="rect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bIns="0" rtlCol="0" anchor="ctr" anchorCtr="0"/>
              <a:lstStyle/>
              <a:p>
                <a:r>
                  <a:rPr lang="de-DE" sz="100" noProof="1">
                    <a:latin typeface="Aptos Display" panose="020B0004020202020204" pitchFamily="34" charset="0"/>
                  </a:rPr>
                  <a:t>Console</a:t>
                </a:r>
              </a:p>
            </p:txBody>
          </p:sp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7C6816BD-D2C3-147A-BC9A-28E55BE702E7}"/>
                  </a:ext>
                </a:extLst>
              </p:cNvPr>
              <p:cNvSpPr/>
              <p:nvPr/>
            </p:nvSpPr>
            <p:spPr>
              <a:xfrm>
                <a:off x="555052" y="2603079"/>
                <a:ext cx="885506" cy="137160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bIns="0" rtlCol="0" anchor="ctr" anchorCtr="0"/>
              <a:lstStyle/>
              <a:p>
                <a:r>
                  <a:rPr lang="de-DE" sz="100" noProof="1">
                    <a:latin typeface="Aptos Display" panose="020B0004020202020204" pitchFamily="34" charset="0"/>
                  </a:rPr>
                  <a:t>Switch ToR</a:t>
                </a:r>
              </a:p>
            </p:txBody>
          </p:sp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D265B768-04E2-ACE9-C76F-3F6ED189261A}"/>
                  </a:ext>
                </a:extLst>
              </p:cNvPr>
              <p:cNvSpPr/>
              <p:nvPr/>
            </p:nvSpPr>
            <p:spPr>
              <a:xfrm>
                <a:off x="555052" y="2783998"/>
                <a:ext cx="885506" cy="137160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bIns="0" rtlCol="0" anchor="ctr" anchorCtr="0"/>
              <a:lstStyle/>
              <a:p>
                <a:r>
                  <a:rPr lang="de-DE" sz="100" noProof="1">
                    <a:latin typeface="Aptos Display" panose="020B0004020202020204" pitchFamily="34" charset="0"/>
                  </a:rPr>
                  <a:t>Switch ToR</a:t>
                </a:r>
              </a:p>
            </p:txBody>
          </p:sp>
          <p:sp>
            <p:nvSpPr>
              <p:cNvPr id="448" name="Rectangle 447">
                <a:extLst>
                  <a:ext uri="{FF2B5EF4-FFF2-40B4-BE49-F238E27FC236}">
                    <a16:creationId xmlns:a16="http://schemas.microsoft.com/office/drawing/2014/main" id="{CEFE20CF-06AF-0A5B-4CC9-9B0A570151A5}"/>
                  </a:ext>
                </a:extLst>
              </p:cNvPr>
              <p:cNvSpPr/>
              <p:nvPr/>
            </p:nvSpPr>
            <p:spPr>
              <a:xfrm>
                <a:off x="555052" y="2964917"/>
                <a:ext cx="885506" cy="137160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bIns="0" rtlCol="0" anchor="ctr" anchorCtr="0"/>
              <a:lstStyle/>
              <a:p>
                <a:r>
                  <a:rPr lang="de-DE" sz="100" noProof="1">
                    <a:latin typeface="Aptos Display" panose="020B0004020202020204" pitchFamily="34" charset="0"/>
                  </a:rPr>
                  <a:t>Switch Tor</a:t>
                </a:r>
              </a:p>
            </p:txBody>
          </p:sp>
          <p:grpSp>
            <p:nvGrpSpPr>
              <p:cNvPr id="449" name="Group 448">
                <a:extLst>
                  <a:ext uri="{FF2B5EF4-FFF2-40B4-BE49-F238E27FC236}">
                    <a16:creationId xmlns:a16="http://schemas.microsoft.com/office/drawing/2014/main" id="{DD087147-1BD4-A546-1747-48D498EA140C}"/>
                  </a:ext>
                </a:extLst>
              </p:cNvPr>
              <p:cNvGrpSpPr/>
              <p:nvPr/>
            </p:nvGrpSpPr>
            <p:grpSpPr>
              <a:xfrm>
                <a:off x="555052" y="2395780"/>
                <a:ext cx="943260" cy="385933"/>
                <a:chOff x="555052" y="2395780"/>
                <a:chExt cx="943260" cy="385933"/>
              </a:xfrm>
            </p:grpSpPr>
            <p:sp>
              <p:nvSpPr>
                <p:cNvPr id="451" name="Rectangle 450">
                  <a:extLst>
                    <a:ext uri="{FF2B5EF4-FFF2-40B4-BE49-F238E27FC236}">
                      <a16:creationId xmlns:a16="http://schemas.microsoft.com/office/drawing/2014/main" id="{D55FC1B4-92C6-A3A2-A1E1-E6160C1A3C70}"/>
                    </a:ext>
                  </a:extLst>
                </p:cNvPr>
                <p:cNvSpPr/>
                <p:nvPr/>
              </p:nvSpPr>
              <p:spPr>
                <a:xfrm>
                  <a:off x="555052" y="2422160"/>
                  <a:ext cx="885506" cy="137160"/>
                </a:xfrm>
                <a:prstGeom prst="rect">
                  <a:avLst/>
                </a:prstGeom>
                <a:solidFill>
                  <a:schemeClr val="bg2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0" bIns="0" rtlCol="0" anchor="ctr" anchorCtr="0"/>
                <a:lstStyle/>
                <a:p>
                  <a:r>
                    <a:rPr lang="de-DE" sz="100" noProof="1">
                      <a:latin typeface="Aptos Display" panose="020B0004020202020204" pitchFamily="34" charset="0"/>
                    </a:rPr>
                    <a:t>TOR</a:t>
                  </a:r>
                </a:p>
              </p:txBody>
            </p:sp>
            <p:sp>
              <p:nvSpPr>
                <p:cNvPr id="452" name="TextBox 451">
                  <a:extLst>
                    <a:ext uri="{FF2B5EF4-FFF2-40B4-BE49-F238E27FC236}">
                      <a16:creationId xmlns:a16="http://schemas.microsoft.com/office/drawing/2014/main" id="{878A2C33-3635-D48D-E304-A3A6A2BECE77}"/>
                    </a:ext>
                  </a:extLst>
                </p:cNvPr>
                <p:cNvSpPr txBox="1"/>
                <p:nvPr/>
              </p:nvSpPr>
              <p:spPr>
                <a:xfrm>
                  <a:off x="902596" y="2395780"/>
                  <a:ext cx="595716" cy="38593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r">
                    <a:lnSpc>
                      <a:spcPts val="380"/>
                    </a:lnSpc>
                  </a:pPr>
                  <a:r>
                    <a:rPr lang="de-DE" sz="100" b="1" noProof="1">
                      <a:solidFill>
                        <a:schemeClr val="bg1"/>
                      </a:solidFill>
                      <a:latin typeface="Aptos Display" panose="020B0004020202020204" pitchFamily="34" charset="0"/>
                    </a:rPr>
                    <a:t>Cisco</a:t>
                  </a:r>
                  <a:br>
                    <a:rPr lang="de-DE" sz="100" noProof="1">
                      <a:solidFill>
                        <a:schemeClr val="bg1"/>
                      </a:solidFill>
                      <a:latin typeface="Aptos Display" panose="020B0004020202020204" pitchFamily="34" charset="0"/>
                    </a:rPr>
                  </a:br>
                  <a:r>
                    <a:rPr lang="de-DE" sz="100" noProof="1">
                      <a:solidFill>
                        <a:schemeClr val="bg1"/>
                      </a:solidFill>
                      <a:latin typeface="Aptos Display" panose="020B0004020202020204" pitchFamily="34" charset="0"/>
                    </a:rPr>
                    <a:t>N9K-C9336C-FX2</a:t>
                  </a:r>
                </a:p>
              </p:txBody>
            </p:sp>
          </p:grpSp>
          <p:sp>
            <p:nvSpPr>
              <p:cNvPr id="450" name="Rectangle 449">
                <a:extLst>
                  <a:ext uri="{FF2B5EF4-FFF2-40B4-BE49-F238E27FC236}">
                    <a16:creationId xmlns:a16="http://schemas.microsoft.com/office/drawing/2014/main" id="{30942986-9360-EF58-B070-B8ECCF3F7C9D}"/>
                  </a:ext>
                </a:extLst>
              </p:cNvPr>
              <p:cNvSpPr/>
              <p:nvPr/>
            </p:nvSpPr>
            <p:spPr>
              <a:xfrm>
                <a:off x="565506" y="2423950"/>
                <a:ext cx="885506" cy="137160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bIns="0" rtlCol="0" anchor="ctr" anchorCtr="0"/>
              <a:lstStyle/>
              <a:p>
                <a:r>
                  <a:rPr lang="de-DE" sz="100" noProof="1">
                    <a:latin typeface="Aptos Display" panose="020B0004020202020204" pitchFamily="34" charset="0"/>
                  </a:rPr>
                  <a:t>Switch ToR</a:t>
                </a:r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33B51403-6C4B-EACB-AA30-A647F17F9F97}"/>
                </a:ext>
              </a:extLst>
            </p:cNvPr>
            <p:cNvGrpSpPr/>
            <p:nvPr/>
          </p:nvGrpSpPr>
          <p:grpSpPr>
            <a:xfrm>
              <a:off x="3212356" y="1465550"/>
              <a:ext cx="1008000" cy="3926900"/>
              <a:chOff x="4778018" y="1868498"/>
              <a:chExt cx="1008000" cy="3926900"/>
            </a:xfrm>
          </p:grpSpPr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F18371E4-630E-801F-BAED-CE201CC6F2B7}"/>
                  </a:ext>
                </a:extLst>
              </p:cNvPr>
              <p:cNvSpPr/>
              <p:nvPr/>
            </p:nvSpPr>
            <p:spPr>
              <a:xfrm>
                <a:off x="4778018" y="1868498"/>
                <a:ext cx="1008000" cy="39269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ctr"/>
                <a:r>
                  <a:rPr lang="de-DE" sz="500" b="1" noProof="1">
                    <a:latin typeface="Aptos Display" panose="020B0004020202020204" pitchFamily="34" charset="0"/>
                  </a:rPr>
                  <a:t>Control</a:t>
                </a:r>
                <a:br>
                  <a:rPr lang="de-DE" sz="500" b="1" noProof="1">
                    <a:latin typeface="Aptos Display" panose="020B0004020202020204" pitchFamily="34" charset="0"/>
                  </a:rPr>
                </a:br>
                <a:r>
                  <a:rPr lang="de-DE" sz="100" noProof="1">
                    <a:latin typeface="Aptos Display" panose="020B0004020202020204" pitchFamily="34" charset="0"/>
                  </a:rPr>
                  <a:t>cPod</a:t>
                </a:r>
                <a:endParaRPr lang="de-DE" sz="500" noProof="1">
                  <a:latin typeface="Aptos Display" panose="020B0004020202020204" pitchFamily="34" charset="0"/>
                </a:endParaRP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D3CB7448-2A93-589B-8449-D684373EF05E}"/>
                  </a:ext>
                </a:extLst>
              </p:cNvPr>
              <p:cNvSpPr/>
              <p:nvPr/>
            </p:nvSpPr>
            <p:spPr>
              <a:xfrm>
                <a:off x="4835772" y="5595615"/>
                <a:ext cx="885506" cy="137160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bIns="0" rtlCol="0" anchor="ctr" anchorCtr="0"/>
              <a:lstStyle/>
              <a:p>
                <a:r>
                  <a:rPr lang="de-DE" sz="100" noProof="1">
                    <a:latin typeface="Aptos Display" panose="020B0004020202020204" pitchFamily="34" charset="0"/>
                  </a:rPr>
                  <a:t>Switch Mgmt</a:t>
                </a: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74DCFC24-66B0-20B6-1079-F49113F54C5B}"/>
                  </a:ext>
                </a:extLst>
              </p:cNvPr>
              <p:cNvSpPr/>
              <p:nvPr/>
            </p:nvSpPr>
            <p:spPr>
              <a:xfrm>
                <a:off x="4835772" y="2408834"/>
                <a:ext cx="885506" cy="137160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bIns="0" rtlCol="0" anchor="ctr" anchorCtr="0"/>
              <a:lstStyle/>
              <a:p>
                <a:r>
                  <a:rPr lang="de-DE" sz="100" noProof="1">
                    <a:latin typeface="Aptos Display" panose="020B0004020202020204" pitchFamily="34" charset="0"/>
                  </a:rPr>
                  <a:t>Switch ToR</a:t>
                </a:r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F511F613-1618-CC98-2AED-889124A1E854}"/>
                  </a:ext>
                </a:extLst>
              </p:cNvPr>
              <p:cNvSpPr/>
              <p:nvPr/>
            </p:nvSpPr>
            <p:spPr>
              <a:xfrm>
                <a:off x="4835772" y="2596292"/>
                <a:ext cx="885506" cy="137160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bIns="0" rtlCol="0" anchor="ctr" anchorCtr="0"/>
              <a:lstStyle/>
              <a:p>
                <a:r>
                  <a:rPr lang="de-DE" sz="100" noProof="1">
                    <a:latin typeface="Aptos Display" panose="020B0004020202020204" pitchFamily="34" charset="0"/>
                  </a:rPr>
                  <a:t>Switch ToR</a:t>
                </a:r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02516299-A9AE-D3B7-4D72-CDC75170ECE3}"/>
                  </a:ext>
                </a:extLst>
              </p:cNvPr>
              <p:cNvSpPr/>
              <p:nvPr/>
            </p:nvSpPr>
            <p:spPr>
              <a:xfrm>
                <a:off x="4835772" y="2783750"/>
                <a:ext cx="885506" cy="137160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bIns="0" rtlCol="0" anchor="ctr" anchorCtr="0"/>
              <a:lstStyle/>
              <a:p>
                <a:r>
                  <a:rPr lang="de-DE" sz="100" noProof="1">
                    <a:latin typeface="Aptos Display" panose="020B0004020202020204" pitchFamily="34" charset="0"/>
                  </a:rPr>
                  <a:t>Compute</a:t>
                </a:r>
              </a:p>
            </p:txBody>
          </p: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E2869DC7-3FF7-6C41-BFDD-081829C13A67}"/>
                  </a:ext>
                </a:extLst>
              </p:cNvPr>
              <p:cNvSpPr/>
              <p:nvPr/>
            </p:nvSpPr>
            <p:spPr>
              <a:xfrm>
                <a:off x="4835772" y="3158666"/>
                <a:ext cx="885506" cy="137160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bIns="0" rtlCol="0" anchor="ctr" anchorCtr="0"/>
              <a:lstStyle/>
              <a:p>
                <a:r>
                  <a:rPr lang="de-DE" sz="100" noProof="1">
                    <a:latin typeface="Aptos Display" panose="020B0004020202020204" pitchFamily="34" charset="0"/>
                  </a:rPr>
                  <a:t>Compute</a:t>
                </a:r>
              </a:p>
            </p:txBody>
          </p:sp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1E930475-C620-73CE-1FBF-EE0D0F333D9D}"/>
                  </a:ext>
                </a:extLst>
              </p:cNvPr>
              <p:cNvSpPr/>
              <p:nvPr/>
            </p:nvSpPr>
            <p:spPr>
              <a:xfrm>
                <a:off x="4835772" y="2971208"/>
                <a:ext cx="885506" cy="137160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bIns="0" rtlCol="0" anchor="ctr" anchorCtr="0"/>
              <a:lstStyle/>
              <a:p>
                <a:r>
                  <a:rPr lang="de-DE" sz="100" noProof="1">
                    <a:latin typeface="Aptos Display" panose="020B0004020202020204" pitchFamily="34" charset="0"/>
                  </a:rPr>
                  <a:t>Compute</a:t>
                </a:r>
              </a:p>
            </p:txBody>
          </p: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48178E7C-DCB3-D49E-008B-332F325168AC}"/>
                  </a:ext>
                </a:extLst>
              </p:cNvPr>
              <p:cNvSpPr/>
              <p:nvPr/>
            </p:nvSpPr>
            <p:spPr>
              <a:xfrm>
                <a:off x="4835772" y="3346124"/>
                <a:ext cx="885506" cy="137160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bIns="0" rtlCol="0" anchor="ctr" anchorCtr="0"/>
              <a:lstStyle/>
              <a:p>
                <a:r>
                  <a:rPr lang="de-DE" sz="100" noProof="1">
                    <a:latin typeface="Aptos Display" panose="020B0004020202020204" pitchFamily="34" charset="0"/>
                  </a:rPr>
                  <a:t>Compute</a:t>
                </a:r>
              </a:p>
            </p:txBody>
          </p:sp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8DC49621-A64E-49DF-96CE-93C4EAB7A44D}"/>
                  </a:ext>
                </a:extLst>
              </p:cNvPr>
              <p:cNvSpPr/>
              <p:nvPr/>
            </p:nvSpPr>
            <p:spPr>
              <a:xfrm>
                <a:off x="4835772" y="3533582"/>
                <a:ext cx="885506" cy="137160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bIns="0" rtlCol="0" anchor="ctr" anchorCtr="0"/>
              <a:lstStyle/>
              <a:p>
                <a:r>
                  <a:rPr lang="de-DE" sz="100" noProof="1">
                    <a:latin typeface="Aptos Display" panose="020B0004020202020204" pitchFamily="34" charset="0"/>
                  </a:rPr>
                  <a:t>Compute</a:t>
                </a:r>
              </a:p>
            </p:txBody>
          </p:sp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DEC88442-8685-4733-09E3-D2E664D2ACA5}"/>
                  </a:ext>
                </a:extLst>
              </p:cNvPr>
              <p:cNvSpPr/>
              <p:nvPr/>
            </p:nvSpPr>
            <p:spPr>
              <a:xfrm>
                <a:off x="4835772" y="3721040"/>
                <a:ext cx="885506" cy="137160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bIns="0" rtlCol="0" anchor="ctr" anchorCtr="0"/>
              <a:lstStyle/>
              <a:p>
                <a:r>
                  <a:rPr lang="de-DE" sz="100" noProof="1">
                    <a:latin typeface="Aptos Display" panose="020B0004020202020204" pitchFamily="34" charset="0"/>
                  </a:rPr>
                  <a:t>Compute</a:t>
                </a:r>
              </a:p>
            </p:txBody>
          </p:sp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E3C7B31E-8B1C-B9A3-3999-A9798D3EAF85}"/>
                  </a:ext>
                </a:extLst>
              </p:cNvPr>
              <p:cNvSpPr/>
              <p:nvPr/>
            </p:nvSpPr>
            <p:spPr>
              <a:xfrm>
                <a:off x="4835772" y="3908498"/>
                <a:ext cx="885506" cy="137160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bIns="0" rtlCol="0" anchor="ctr" anchorCtr="0"/>
              <a:lstStyle/>
              <a:p>
                <a:r>
                  <a:rPr lang="de-DE" sz="100" noProof="1">
                    <a:latin typeface="Aptos Display" panose="020B0004020202020204" pitchFamily="34" charset="0"/>
                  </a:rPr>
                  <a:t>Compute</a:t>
                </a:r>
              </a:p>
            </p:txBody>
          </p:sp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2B633AE1-D0A5-434C-3AED-9277307522F8}"/>
                  </a:ext>
                </a:extLst>
              </p:cNvPr>
              <p:cNvSpPr/>
              <p:nvPr/>
            </p:nvSpPr>
            <p:spPr>
              <a:xfrm>
                <a:off x="4835772" y="4095956"/>
                <a:ext cx="885506" cy="137160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bIns="0" rtlCol="0" anchor="ctr" anchorCtr="0"/>
              <a:lstStyle/>
              <a:p>
                <a:r>
                  <a:rPr lang="de-DE" sz="100" noProof="1">
                    <a:latin typeface="Aptos Display" panose="020B0004020202020204" pitchFamily="34" charset="0"/>
                  </a:rPr>
                  <a:t>Compute</a:t>
                </a:r>
              </a:p>
            </p:txBody>
          </p:sp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ED4ACC82-AEC0-4359-FC90-1CD81B27F4AB}"/>
                  </a:ext>
                </a:extLst>
              </p:cNvPr>
              <p:cNvSpPr/>
              <p:nvPr/>
            </p:nvSpPr>
            <p:spPr>
              <a:xfrm>
                <a:off x="4835772" y="4283414"/>
                <a:ext cx="885506" cy="137160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bIns="0" rtlCol="0" anchor="ctr" anchorCtr="0"/>
              <a:lstStyle/>
              <a:p>
                <a:r>
                  <a:rPr lang="de-DE" sz="100" noProof="1">
                    <a:latin typeface="Aptos Display" panose="020B0004020202020204" pitchFamily="34" charset="0"/>
                  </a:rPr>
                  <a:t>Compute</a:t>
                </a:r>
              </a:p>
            </p:txBody>
          </p:sp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BCBC28F8-198A-CCA6-A967-E28A36C223AE}"/>
                  </a:ext>
                </a:extLst>
              </p:cNvPr>
              <p:cNvSpPr/>
              <p:nvPr/>
            </p:nvSpPr>
            <p:spPr>
              <a:xfrm>
                <a:off x="4835772" y="4470872"/>
                <a:ext cx="885506" cy="137160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bIns="0" rtlCol="0" anchor="ctr" anchorCtr="0"/>
              <a:lstStyle/>
              <a:p>
                <a:r>
                  <a:rPr lang="de-DE" sz="100" noProof="1">
                    <a:latin typeface="Aptos Display" panose="020B0004020202020204" pitchFamily="34" charset="0"/>
                  </a:rPr>
                  <a:t>Compute</a:t>
                </a:r>
              </a:p>
            </p:txBody>
          </p:sp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4870B3F4-E34E-0C58-96B9-5FB179BAB3EB}"/>
                  </a:ext>
                </a:extLst>
              </p:cNvPr>
              <p:cNvSpPr/>
              <p:nvPr/>
            </p:nvSpPr>
            <p:spPr>
              <a:xfrm>
                <a:off x="4835772" y="4658330"/>
                <a:ext cx="885506" cy="137160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bIns="0" rtlCol="0" anchor="ctr" anchorCtr="0"/>
              <a:lstStyle/>
              <a:p>
                <a:r>
                  <a:rPr lang="de-DE" sz="100" noProof="1">
                    <a:latin typeface="Aptos Display" panose="020B0004020202020204" pitchFamily="34" charset="0"/>
                  </a:rPr>
                  <a:t>Compute</a:t>
                </a:r>
              </a:p>
            </p:txBody>
          </p:sp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F853FD75-9DE4-6ACB-FA88-F393337D6772}"/>
                  </a:ext>
                </a:extLst>
              </p:cNvPr>
              <p:cNvSpPr/>
              <p:nvPr/>
            </p:nvSpPr>
            <p:spPr>
              <a:xfrm>
                <a:off x="4835772" y="4845788"/>
                <a:ext cx="885506" cy="137160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bIns="0" rtlCol="0" anchor="ctr" anchorCtr="0"/>
              <a:lstStyle/>
              <a:p>
                <a:r>
                  <a:rPr lang="de-DE" sz="100" noProof="1">
                    <a:latin typeface="Aptos Display" panose="020B0004020202020204" pitchFamily="34" charset="0"/>
                  </a:rPr>
                  <a:t>Compute</a:t>
                </a:r>
              </a:p>
            </p:txBody>
          </p:sp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84E55815-2F0D-C78C-A217-2DBC63549A6E}"/>
                  </a:ext>
                </a:extLst>
              </p:cNvPr>
              <p:cNvSpPr/>
              <p:nvPr/>
            </p:nvSpPr>
            <p:spPr>
              <a:xfrm>
                <a:off x="4835772" y="5033246"/>
                <a:ext cx="885506" cy="137160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bIns="0" rtlCol="0" anchor="ctr" anchorCtr="0"/>
              <a:lstStyle/>
              <a:p>
                <a:r>
                  <a:rPr lang="de-DE" sz="100" noProof="1">
                    <a:latin typeface="Aptos Display" panose="020B0004020202020204" pitchFamily="34" charset="0"/>
                  </a:rPr>
                  <a:t>Compute</a:t>
                </a:r>
              </a:p>
            </p:txBody>
          </p:sp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F883F5ED-58A4-7A02-3A8E-9D1EE4791DF1}"/>
                  </a:ext>
                </a:extLst>
              </p:cNvPr>
              <p:cNvSpPr/>
              <p:nvPr/>
            </p:nvSpPr>
            <p:spPr>
              <a:xfrm>
                <a:off x="4835772" y="5220704"/>
                <a:ext cx="885506" cy="137160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bIns="0" rtlCol="0" anchor="ctr" anchorCtr="0"/>
              <a:lstStyle/>
              <a:p>
                <a:r>
                  <a:rPr lang="de-DE" sz="100" noProof="1">
                    <a:latin typeface="Aptos Display" panose="020B0004020202020204" pitchFamily="34" charset="0"/>
                  </a:rPr>
                  <a:t>Compute</a:t>
                </a:r>
              </a:p>
            </p:txBody>
          </p:sp>
        </p:grpSp>
        <p:sp>
          <p:nvSpPr>
            <p:cNvPr id="21" name="Left-right Arrow 97">
              <a:extLst>
                <a:ext uri="{FF2B5EF4-FFF2-40B4-BE49-F238E27FC236}">
                  <a16:creationId xmlns:a16="http://schemas.microsoft.com/office/drawing/2014/main" id="{778BB919-5FE3-D051-19F1-E10DEF224A18}"/>
                </a:ext>
              </a:extLst>
            </p:cNvPr>
            <p:cNvSpPr/>
            <p:nvPr/>
          </p:nvSpPr>
          <p:spPr bwMode="gray">
            <a:xfrm>
              <a:off x="2119304" y="5543588"/>
              <a:ext cx="2101052" cy="320565"/>
            </a:xfrm>
            <a:prstGeom prst="leftRightArrow">
              <a:avLst/>
            </a:prstGeom>
            <a:solidFill>
              <a:schemeClr val="bg2">
                <a:lumMod val="20000"/>
                <a:lumOff val="80000"/>
              </a:schemeClr>
            </a:solidFill>
            <a:ln w="25400" algn="ctr">
              <a:noFill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R="0" algn="ctr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tabLst/>
              </a:pPr>
              <a:r>
                <a:rPr kumimoji="0" lang="de-DE" sz="100" b="1" i="0" u="none" strike="noStrike" kern="0" cap="none" spc="0" normalizeH="0" baseline="0" noProof="1">
                  <a:ln>
                    <a:noFill/>
                  </a:ln>
                  <a:solidFill>
                    <a:schemeClr val="tx2">
                      <a:lumMod val="50000"/>
                    </a:schemeClr>
                  </a:solidFill>
                  <a:effectLst/>
                  <a:uLnTx/>
                  <a:uFillTx/>
                  <a:latin typeface="+mn-lt"/>
                  <a:ea typeface="Arial Unicode MS" pitchFamily="34" charset="-128"/>
                  <a:cs typeface="Arial Unicode MS" pitchFamily="34" charset="-128"/>
                </a:rPr>
                <a:t>1x per site</a:t>
              </a:r>
            </a:p>
          </p:txBody>
        </p:sp>
        <p:sp>
          <p:nvSpPr>
            <p:cNvPr id="22" name="Left-right Arrow 98">
              <a:extLst>
                <a:ext uri="{FF2B5EF4-FFF2-40B4-BE49-F238E27FC236}">
                  <a16:creationId xmlns:a16="http://schemas.microsoft.com/office/drawing/2014/main" id="{D9A00E8B-8F64-46A5-2953-7DD86C5FBBCD}"/>
                </a:ext>
              </a:extLst>
            </p:cNvPr>
            <p:cNvSpPr/>
            <p:nvPr/>
          </p:nvSpPr>
          <p:spPr bwMode="gray">
            <a:xfrm>
              <a:off x="5545338" y="5540646"/>
              <a:ext cx="5333687" cy="320565"/>
            </a:xfrm>
            <a:prstGeom prst="leftRightArrow">
              <a:avLst/>
            </a:prstGeom>
            <a:solidFill>
              <a:schemeClr val="bg2">
                <a:lumMod val="20000"/>
                <a:lumOff val="80000"/>
              </a:schemeClr>
            </a:solidFill>
            <a:ln w="25400" algn="ctr">
              <a:noFill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R="0" algn="ctr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tabLst/>
              </a:pPr>
              <a:r>
                <a:rPr kumimoji="0" lang="de-DE" sz="100" b="1" i="0" u="none" strike="noStrike" kern="0" cap="none" spc="0" normalizeH="0" baseline="0" noProof="1">
                  <a:ln>
                    <a:noFill/>
                  </a:ln>
                  <a:solidFill>
                    <a:schemeClr val="tx2">
                      <a:lumMod val="50000"/>
                    </a:schemeClr>
                  </a:solidFill>
                  <a:effectLst/>
                  <a:uLnTx/>
                  <a:uFillTx/>
                  <a:latin typeface="+mn-lt"/>
                  <a:ea typeface="Arial Unicode MS" pitchFamily="34" charset="-128"/>
                  <a:cs typeface="Arial Unicode MS" pitchFamily="34" charset="-128"/>
                </a:rPr>
                <a:t>1+ scale on demand</a:t>
              </a: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0168D405-FA15-0365-D489-8B7E2CEFB522}"/>
                </a:ext>
              </a:extLst>
            </p:cNvPr>
            <p:cNvSpPr/>
            <p:nvPr/>
          </p:nvSpPr>
          <p:spPr bwMode="gray">
            <a:xfrm>
              <a:off x="1822037" y="1137138"/>
              <a:ext cx="9490734" cy="5240216"/>
            </a:xfrm>
            <a:prstGeom prst="rect">
              <a:avLst/>
            </a:prstGeom>
            <a:noFill/>
            <a:ln w="254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90000" tIns="72000" rIns="90000" bIns="72000" rtlCol="0" anchor="b"/>
            <a:lstStyle/>
            <a:p>
              <a:pPr marR="0" algn="ctr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tabLst/>
              </a:pPr>
              <a:endParaRPr kumimoji="0" lang="en-US" sz="3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Arial Unicode MS" pitchFamily="34" charset="-128"/>
                <a:cs typeface="Arial Unicode MS" pitchFamily="34" charset="-128"/>
              </a:endParaRPr>
            </a:p>
          </p:txBody>
        </p:sp>
      </p:grpSp>
      <p:grpSp>
        <p:nvGrpSpPr>
          <p:cNvPr id="509" name="Group 508">
            <a:extLst>
              <a:ext uri="{FF2B5EF4-FFF2-40B4-BE49-F238E27FC236}">
                <a16:creationId xmlns:a16="http://schemas.microsoft.com/office/drawing/2014/main" id="{FA9EBD35-C370-51C3-6453-9803DED6F7DD}"/>
              </a:ext>
            </a:extLst>
          </p:cNvPr>
          <p:cNvGrpSpPr/>
          <p:nvPr/>
        </p:nvGrpSpPr>
        <p:grpSpPr>
          <a:xfrm>
            <a:off x="7640802" y="3933092"/>
            <a:ext cx="4397740" cy="2520462"/>
            <a:chOff x="1822037" y="1137138"/>
            <a:chExt cx="9490734" cy="5240216"/>
          </a:xfrm>
        </p:grpSpPr>
        <p:grpSp>
          <p:nvGrpSpPr>
            <p:cNvPr id="510" name="Group 509">
              <a:extLst>
                <a:ext uri="{FF2B5EF4-FFF2-40B4-BE49-F238E27FC236}">
                  <a16:creationId xmlns:a16="http://schemas.microsoft.com/office/drawing/2014/main" id="{9F6104BD-211B-35E7-26AB-544911097135}"/>
                </a:ext>
              </a:extLst>
            </p:cNvPr>
            <p:cNvGrpSpPr/>
            <p:nvPr/>
          </p:nvGrpSpPr>
          <p:grpSpPr>
            <a:xfrm>
              <a:off x="6625215" y="1465550"/>
              <a:ext cx="1008000" cy="3926900"/>
              <a:chOff x="1556575" y="1866997"/>
              <a:chExt cx="1008000" cy="3926900"/>
            </a:xfrm>
          </p:grpSpPr>
          <p:sp>
            <p:nvSpPr>
              <p:cNvPr id="190" name="Rectangle 189">
                <a:extLst>
                  <a:ext uri="{FF2B5EF4-FFF2-40B4-BE49-F238E27FC236}">
                    <a16:creationId xmlns:a16="http://schemas.microsoft.com/office/drawing/2014/main" id="{5677021C-DC96-CB74-331B-6D8D95CB4177}"/>
                  </a:ext>
                </a:extLst>
              </p:cNvPr>
              <p:cNvSpPr/>
              <p:nvPr/>
            </p:nvSpPr>
            <p:spPr>
              <a:xfrm>
                <a:off x="1556575" y="1866997"/>
                <a:ext cx="1008000" cy="39269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ctr"/>
                <a:r>
                  <a:rPr lang="de-DE" sz="500" b="1" noProof="1">
                    <a:latin typeface="Aptos Display" panose="020B0004020202020204" pitchFamily="34" charset="0"/>
                  </a:rPr>
                  <a:t>Storage</a:t>
                </a:r>
                <a:br>
                  <a:rPr lang="de-DE" sz="500" b="1" noProof="1">
                    <a:latin typeface="Aptos Display" panose="020B0004020202020204" pitchFamily="34" charset="0"/>
                  </a:rPr>
                </a:br>
                <a:r>
                  <a:rPr lang="de-DE" sz="100" noProof="1">
                    <a:latin typeface="Aptos Display" panose="020B0004020202020204" pitchFamily="34" charset="0"/>
                  </a:rPr>
                  <a:t>cephPod</a:t>
                </a:r>
                <a:endParaRPr lang="de-DE" sz="500" noProof="1">
                  <a:latin typeface="Aptos Display" panose="020B0004020202020204" pitchFamily="34" charset="0"/>
                </a:endParaRPr>
              </a:p>
            </p:txBody>
          </p:sp>
          <p:sp>
            <p:nvSpPr>
              <p:cNvPr id="191" name="Rectangle 190">
                <a:extLst>
                  <a:ext uri="{FF2B5EF4-FFF2-40B4-BE49-F238E27FC236}">
                    <a16:creationId xmlns:a16="http://schemas.microsoft.com/office/drawing/2014/main" id="{665DFACE-1B15-0ED7-64B5-EAF0168BDED8}"/>
                  </a:ext>
                </a:extLst>
              </p:cNvPr>
              <p:cNvSpPr/>
              <p:nvPr/>
            </p:nvSpPr>
            <p:spPr>
              <a:xfrm>
                <a:off x="1618023" y="2782250"/>
                <a:ext cx="885506" cy="324618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bIns="0" rtlCol="0" anchor="t" anchorCtr="0"/>
              <a:lstStyle/>
              <a:p>
                <a:r>
                  <a:rPr lang="de-DE" sz="100" noProof="1">
                    <a:latin typeface="Aptos Display" panose="020B0004020202020204" pitchFamily="34" charset="0"/>
                  </a:rPr>
                  <a:t>Storage</a:t>
                </a:r>
              </a:p>
            </p:txBody>
          </p:sp>
          <p:sp>
            <p:nvSpPr>
              <p:cNvPr id="192" name="Rectangle 191">
                <a:extLst>
                  <a:ext uri="{FF2B5EF4-FFF2-40B4-BE49-F238E27FC236}">
                    <a16:creationId xmlns:a16="http://schemas.microsoft.com/office/drawing/2014/main" id="{A96F030C-7D69-D7E3-FE9F-F85C757DB534}"/>
                  </a:ext>
                </a:extLst>
              </p:cNvPr>
              <p:cNvSpPr/>
              <p:nvPr/>
            </p:nvSpPr>
            <p:spPr>
              <a:xfrm>
                <a:off x="1618023" y="3161337"/>
                <a:ext cx="885506" cy="320446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bIns="0" rtlCol="0" anchor="t" anchorCtr="0"/>
              <a:lstStyle/>
              <a:p>
                <a:r>
                  <a:rPr lang="de-DE" sz="100" noProof="1">
                    <a:latin typeface="Aptos Display" panose="020B0004020202020204" pitchFamily="34" charset="0"/>
                  </a:rPr>
                  <a:t>Storage</a:t>
                </a:r>
              </a:p>
              <a:p>
                <a:endParaRPr lang="de-DE" sz="100" noProof="1">
                  <a:latin typeface="Aptos Display" panose="020B0004020202020204" pitchFamily="34" charset="0"/>
                </a:endParaRPr>
              </a:p>
            </p:txBody>
          </p:sp>
          <p:sp>
            <p:nvSpPr>
              <p:cNvPr id="193" name="Rectangle 192">
                <a:extLst>
                  <a:ext uri="{FF2B5EF4-FFF2-40B4-BE49-F238E27FC236}">
                    <a16:creationId xmlns:a16="http://schemas.microsoft.com/office/drawing/2014/main" id="{9ADAF18D-F276-96BB-F412-E56DE9E5C069}"/>
                  </a:ext>
                </a:extLst>
              </p:cNvPr>
              <p:cNvSpPr/>
              <p:nvPr/>
            </p:nvSpPr>
            <p:spPr>
              <a:xfrm>
                <a:off x="1618023" y="3532081"/>
                <a:ext cx="885506" cy="324618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bIns="0" rtlCol="0" anchor="t" anchorCtr="0"/>
              <a:lstStyle/>
              <a:p>
                <a:r>
                  <a:rPr lang="de-DE" sz="100" noProof="1">
                    <a:latin typeface="Aptos Display" panose="020B0004020202020204" pitchFamily="34" charset="0"/>
                  </a:rPr>
                  <a:t>Storage</a:t>
                </a:r>
              </a:p>
              <a:p>
                <a:endParaRPr lang="de-DE" sz="100" noProof="1">
                  <a:latin typeface="Aptos Display" panose="020B0004020202020204" pitchFamily="34" charset="0"/>
                </a:endParaRPr>
              </a:p>
            </p:txBody>
          </p:sp>
          <p:sp>
            <p:nvSpPr>
              <p:cNvPr id="194" name="Rectangle 193">
                <a:extLst>
                  <a:ext uri="{FF2B5EF4-FFF2-40B4-BE49-F238E27FC236}">
                    <a16:creationId xmlns:a16="http://schemas.microsoft.com/office/drawing/2014/main" id="{91CDB928-F112-3EE4-6814-FC44FA0CB248}"/>
                  </a:ext>
                </a:extLst>
              </p:cNvPr>
              <p:cNvSpPr/>
              <p:nvPr/>
            </p:nvSpPr>
            <p:spPr>
              <a:xfrm>
                <a:off x="1618023" y="3907114"/>
                <a:ext cx="885506" cy="324618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bIns="0" rtlCol="0" anchor="t" anchorCtr="0"/>
              <a:lstStyle/>
              <a:p>
                <a:r>
                  <a:rPr lang="de-DE" sz="100" noProof="1">
                    <a:latin typeface="Aptos Display" panose="020B0004020202020204" pitchFamily="34" charset="0"/>
                  </a:rPr>
                  <a:t>Storage</a:t>
                </a:r>
              </a:p>
              <a:p>
                <a:endParaRPr lang="de-DE" sz="100" noProof="1">
                  <a:latin typeface="Aptos Display" panose="020B0004020202020204" pitchFamily="34" charset="0"/>
                </a:endParaRPr>
              </a:p>
            </p:txBody>
          </p:sp>
          <p:sp>
            <p:nvSpPr>
              <p:cNvPr id="195" name="Rectangle 194">
                <a:extLst>
                  <a:ext uri="{FF2B5EF4-FFF2-40B4-BE49-F238E27FC236}">
                    <a16:creationId xmlns:a16="http://schemas.microsoft.com/office/drawing/2014/main" id="{26D8971E-8AB8-1EEB-E936-D8A920CC5F08}"/>
                  </a:ext>
                </a:extLst>
              </p:cNvPr>
              <p:cNvSpPr/>
              <p:nvPr/>
            </p:nvSpPr>
            <p:spPr>
              <a:xfrm>
                <a:off x="1618023" y="4281912"/>
                <a:ext cx="885506" cy="324618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bIns="0" rtlCol="0" anchor="t" anchorCtr="0"/>
              <a:lstStyle/>
              <a:p>
                <a:r>
                  <a:rPr lang="de-DE" sz="100" noProof="1">
                    <a:latin typeface="Aptos Display" panose="020B0004020202020204" pitchFamily="34" charset="0"/>
                  </a:rPr>
                  <a:t>Storage</a:t>
                </a:r>
              </a:p>
              <a:p>
                <a:endParaRPr lang="de-DE" sz="100" noProof="1">
                  <a:latin typeface="Aptos Display" panose="020B0004020202020204" pitchFamily="34" charset="0"/>
                </a:endParaRPr>
              </a:p>
            </p:txBody>
          </p:sp>
          <p:sp>
            <p:nvSpPr>
              <p:cNvPr id="196" name="Rectangle 195">
                <a:extLst>
                  <a:ext uri="{FF2B5EF4-FFF2-40B4-BE49-F238E27FC236}">
                    <a16:creationId xmlns:a16="http://schemas.microsoft.com/office/drawing/2014/main" id="{695C35A8-521C-C202-9082-C10E25928BB9}"/>
                  </a:ext>
                </a:extLst>
              </p:cNvPr>
              <p:cNvSpPr/>
              <p:nvPr/>
            </p:nvSpPr>
            <p:spPr>
              <a:xfrm>
                <a:off x="1618023" y="4656710"/>
                <a:ext cx="885506" cy="324618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bIns="0" rtlCol="0" anchor="t" anchorCtr="0"/>
              <a:lstStyle/>
              <a:p>
                <a:r>
                  <a:rPr lang="de-DE" sz="100" noProof="1">
                    <a:latin typeface="Aptos Display" panose="020B0004020202020204" pitchFamily="34" charset="0"/>
                  </a:rPr>
                  <a:t>Storage</a:t>
                </a:r>
              </a:p>
              <a:p>
                <a:endParaRPr lang="de-DE" sz="100" noProof="1">
                  <a:latin typeface="Aptos Display" panose="020B0004020202020204" pitchFamily="34" charset="0"/>
                </a:endParaRPr>
              </a:p>
            </p:txBody>
          </p:sp>
          <p:sp>
            <p:nvSpPr>
              <p:cNvPr id="197" name="Rectangle 196">
                <a:extLst>
                  <a:ext uri="{FF2B5EF4-FFF2-40B4-BE49-F238E27FC236}">
                    <a16:creationId xmlns:a16="http://schemas.microsoft.com/office/drawing/2014/main" id="{BC56203F-0208-7048-0A4C-792EDD52C9F7}"/>
                  </a:ext>
                </a:extLst>
              </p:cNvPr>
              <p:cNvSpPr/>
              <p:nvPr/>
            </p:nvSpPr>
            <p:spPr>
              <a:xfrm>
                <a:off x="1618023" y="2418612"/>
                <a:ext cx="885506" cy="137160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bIns="0" rtlCol="0" anchor="ctr" anchorCtr="0"/>
              <a:lstStyle/>
              <a:p>
                <a:r>
                  <a:rPr lang="de-DE" sz="100" noProof="1">
                    <a:latin typeface="Aptos Display" panose="020B0004020202020204" pitchFamily="34" charset="0"/>
                  </a:rPr>
                  <a:t>Switch ToR</a:t>
                </a:r>
              </a:p>
            </p:txBody>
          </p:sp>
          <p:sp>
            <p:nvSpPr>
              <p:cNvPr id="198" name="Rectangle 197">
                <a:extLst>
                  <a:ext uri="{FF2B5EF4-FFF2-40B4-BE49-F238E27FC236}">
                    <a16:creationId xmlns:a16="http://schemas.microsoft.com/office/drawing/2014/main" id="{EC223E6A-262B-DB42-1E2B-F89330CA2F12}"/>
                  </a:ext>
                </a:extLst>
              </p:cNvPr>
              <p:cNvSpPr/>
              <p:nvPr/>
            </p:nvSpPr>
            <p:spPr>
              <a:xfrm>
                <a:off x="1618023" y="2594791"/>
                <a:ext cx="885506" cy="137160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bIns="0" rtlCol="0" anchor="ctr" anchorCtr="0"/>
              <a:lstStyle/>
              <a:p>
                <a:r>
                  <a:rPr lang="de-DE" sz="100" noProof="1">
                    <a:latin typeface="Aptos Display" panose="020B0004020202020204" pitchFamily="34" charset="0"/>
                  </a:rPr>
                  <a:t>Switch ToR</a:t>
                </a:r>
              </a:p>
            </p:txBody>
          </p:sp>
          <p:sp>
            <p:nvSpPr>
              <p:cNvPr id="199" name="Rectangle 198">
                <a:extLst>
                  <a:ext uri="{FF2B5EF4-FFF2-40B4-BE49-F238E27FC236}">
                    <a16:creationId xmlns:a16="http://schemas.microsoft.com/office/drawing/2014/main" id="{69339B8B-1DE4-72F8-B526-780E74C7AF9F}"/>
                  </a:ext>
                </a:extLst>
              </p:cNvPr>
              <p:cNvSpPr/>
              <p:nvPr/>
            </p:nvSpPr>
            <p:spPr>
              <a:xfrm>
                <a:off x="1618023" y="5598286"/>
                <a:ext cx="885506" cy="137160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bIns="0" rtlCol="0" anchor="ctr" anchorCtr="0"/>
              <a:lstStyle/>
              <a:p>
                <a:r>
                  <a:rPr lang="de-DE" sz="100" noProof="1">
                    <a:latin typeface="Aptos Display" panose="020B0004020202020204" pitchFamily="34" charset="0"/>
                  </a:rPr>
                  <a:t>Switch Mgmt</a:t>
                </a:r>
              </a:p>
            </p:txBody>
          </p:sp>
        </p:grpSp>
        <p:grpSp>
          <p:nvGrpSpPr>
            <p:cNvPr id="511" name="Group 510">
              <a:extLst>
                <a:ext uri="{FF2B5EF4-FFF2-40B4-BE49-F238E27FC236}">
                  <a16:creationId xmlns:a16="http://schemas.microsoft.com/office/drawing/2014/main" id="{CF4E5997-1561-4CBB-F870-42BE8CE41BE6}"/>
                </a:ext>
              </a:extLst>
            </p:cNvPr>
            <p:cNvGrpSpPr/>
            <p:nvPr/>
          </p:nvGrpSpPr>
          <p:grpSpPr>
            <a:xfrm>
              <a:off x="5545339" y="1465550"/>
              <a:ext cx="1008000" cy="3926900"/>
              <a:chOff x="4778018" y="1868498"/>
              <a:chExt cx="1008000" cy="3926900"/>
            </a:xfrm>
          </p:grpSpPr>
          <p:sp>
            <p:nvSpPr>
              <p:cNvPr id="172" name="Rectangle 171">
                <a:extLst>
                  <a:ext uri="{FF2B5EF4-FFF2-40B4-BE49-F238E27FC236}">
                    <a16:creationId xmlns:a16="http://schemas.microsoft.com/office/drawing/2014/main" id="{E9F9B065-1381-D109-3AAF-B692444642B8}"/>
                  </a:ext>
                </a:extLst>
              </p:cNvPr>
              <p:cNvSpPr/>
              <p:nvPr/>
            </p:nvSpPr>
            <p:spPr>
              <a:xfrm>
                <a:off x="4778018" y="1868498"/>
                <a:ext cx="1008000" cy="39269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ctr"/>
                <a:r>
                  <a:rPr lang="de-DE" sz="500" b="1" noProof="1">
                    <a:latin typeface="Aptos Display" panose="020B0004020202020204" pitchFamily="34" charset="0"/>
                  </a:rPr>
                  <a:t>Compute</a:t>
                </a:r>
                <a:br>
                  <a:rPr lang="de-DE" sz="500" b="1" noProof="1">
                    <a:latin typeface="Aptos Display" panose="020B0004020202020204" pitchFamily="34" charset="0"/>
                  </a:rPr>
                </a:br>
                <a:r>
                  <a:rPr lang="de-DE" sz="100" noProof="1">
                    <a:latin typeface="Aptos Display" panose="020B0004020202020204" pitchFamily="34" charset="0"/>
                  </a:rPr>
                  <a:t>cPod</a:t>
                </a:r>
                <a:endParaRPr lang="de-DE" sz="500" noProof="1">
                  <a:latin typeface="Aptos Display" panose="020B0004020202020204" pitchFamily="34" charset="0"/>
                </a:endParaRPr>
              </a:p>
            </p:txBody>
          </p:sp>
          <p:sp>
            <p:nvSpPr>
              <p:cNvPr id="173" name="Rectangle 172">
                <a:extLst>
                  <a:ext uri="{FF2B5EF4-FFF2-40B4-BE49-F238E27FC236}">
                    <a16:creationId xmlns:a16="http://schemas.microsoft.com/office/drawing/2014/main" id="{DA5CFC00-B020-8A60-D95E-A67BA7D1EF58}"/>
                  </a:ext>
                </a:extLst>
              </p:cNvPr>
              <p:cNvSpPr/>
              <p:nvPr/>
            </p:nvSpPr>
            <p:spPr>
              <a:xfrm>
                <a:off x="4835772" y="5595615"/>
                <a:ext cx="885506" cy="137160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bIns="0" rtlCol="0" anchor="ctr" anchorCtr="0"/>
              <a:lstStyle/>
              <a:p>
                <a:r>
                  <a:rPr lang="de-DE" sz="100" noProof="1">
                    <a:latin typeface="Aptos Display" panose="020B0004020202020204" pitchFamily="34" charset="0"/>
                  </a:rPr>
                  <a:t>Switch Mgmt</a:t>
                </a:r>
              </a:p>
            </p:txBody>
          </p:sp>
          <p:sp>
            <p:nvSpPr>
              <p:cNvPr id="174" name="Rectangle 173">
                <a:extLst>
                  <a:ext uri="{FF2B5EF4-FFF2-40B4-BE49-F238E27FC236}">
                    <a16:creationId xmlns:a16="http://schemas.microsoft.com/office/drawing/2014/main" id="{05A51369-35AE-BEB9-4C5D-7A5DB4CEBCC4}"/>
                  </a:ext>
                </a:extLst>
              </p:cNvPr>
              <p:cNvSpPr/>
              <p:nvPr/>
            </p:nvSpPr>
            <p:spPr>
              <a:xfrm>
                <a:off x="4835772" y="2408834"/>
                <a:ext cx="885506" cy="137160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bIns="0" rtlCol="0" anchor="ctr" anchorCtr="0"/>
              <a:lstStyle/>
              <a:p>
                <a:r>
                  <a:rPr lang="de-DE" sz="100" noProof="1">
                    <a:latin typeface="Aptos Display" panose="020B0004020202020204" pitchFamily="34" charset="0"/>
                  </a:rPr>
                  <a:t>Switch ToR</a:t>
                </a:r>
              </a:p>
            </p:txBody>
          </p:sp>
          <p:sp>
            <p:nvSpPr>
              <p:cNvPr id="175" name="Rectangle 174">
                <a:extLst>
                  <a:ext uri="{FF2B5EF4-FFF2-40B4-BE49-F238E27FC236}">
                    <a16:creationId xmlns:a16="http://schemas.microsoft.com/office/drawing/2014/main" id="{715ACA2E-47A2-0E96-9329-B1298FF2B0DB}"/>
                  </a:ext>
                </a:extLst>
              </p:cNvPr>
              <p:cNvSpPr/>
              <p:nvPr/>
            </p:nvSpPr>
            <p:spPr>
              <a:xfrm>
                <a:off x="4835772" y="2596292"/>
                <a:ext cx="885506" cy="137160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bIns="0" rtlCol="0" anchor="ctr" anchorCtr="0"/>
              <a:lstStyle/>
              <a:p>
                <a:r>
                  <a:rPr lang="de-DE" sz="100" noProof="1">
                    <a:latin typeface="Aptos Display" panose="020B0004020202020204" pitchFamily="34" charset="0"/>
                  </a:rPr>
                  <a:t>Switch ToR</a:t>
                </a:r>
              </a:p>
            </p:txBody>
          </p:sp>
          <p:sp>
            <p:nvSpPr>
              <p:cNvPr id="176" name="Rectangle 175">
                <a:extLst>
                  <a:ext uri="{FF2B5EF4-FFF2-40B4-BE49-F238E27FC236}">
                    <a16:creationId xmlns:a16="http://schemas.microsoft.com/office/drawing/2014/main" id="{D01FB83B-17C6-6186-27FC-C6BA70EC9A48}"/>
                  </a:ext>
                </a:extLst>
              </p:cNvPr>
              <p:cNvSpPr/>
              <p:nvPr/>
            </p:nvSpPr>
            <p:spPr>
              <a:xfrm>
                <a:off x="4835772" y="2783750"/>
                <a:ext cx="885506" cy="137160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bIns="0" rtlCol="0" anchor="ctr" anchorCtr="0"/>
              <a:lstStyle/>
              <a:p>
                <a:r>
                  <a:rPr lang="de-DE" sz="100" noProof="1">
                    <a:latin typeface="Aptos Display" panose="020B0004020202020204" pitchFamily="34" charset="0"/>
                  </a:rPr>
                  <a:t>Compute</a:t>
                </a:r>
              </a:p>
            </p:txBody>
          </p:sp>
          <p:sp>
            <p:nvSpPr>
              <p:cNvPr id="177" name="Rectangle 176">
                <a:extLst>
                  <a:ext uri="{FF2B5EF4-FFF2-40B4-BE49-F238E27FC236}">
                    <a16:creationId xmlns:a16="http://schemas.microsoft.com/office/drawing/2014/main" id="{5B2DFBE8-5451-DCD9-F7D1-D08C9AA8AC96}"/>
                  </a:ext>
                </a:extLst>
              </p:cNvPr>
              <p:cNvSpPr/>
              <p:nvPr/>
            </p:nvSpPr>
            <p:spPr>
              <a:xfrm>
                <a:off x="4835772" y="3158666"/>
                <a:ext cx="885506" cy="137160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bIns="0" rtlCol="0" anchor="ctr" anchorCtr="0"/>
              <a:lstStyle/>
              <a:p>
                <a:r>
                  <a:rPr lang="de-DE" sz="100" noProof="1">
                    <a:latin typeface="Aptos Display" panose="020B0004020202020204" pitchFamily="34" charset="0"/>
                  </a:rPr>
                  <a:t>Compute</a:t>
                </a:r>
              </a:p>
            </p:txBody>
          </p:sp>
          <p:sp>
            <p:nvSpPr>
              <p:cNvPr id="178" name="Rectangle 177">
                <a:extLst>
                  <a:ext uri="{FF2B5EF4-FFF2-40B4-BE49-F238E27FC236}">
                    <a16:creationId xmlns:a16="http://schemas.microsoft.com/office/drawing/2014/main" id="{3C25D6C3-4D02-FA46-500C-939946E35606}"/>
                  </a:ext>
                </a:extLst>
              </p:cNvPr>
              <p:cNvSpPr/>
              <p:nvPr/>
            </p:nvSpPr>
            <p:spPr>
              <a:xfrm>
                <a:off x="4835772" y="2971208"/>
                <a:ext cx="885506" cy="137160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bIns="0" rtlCol="0" anchor="ctr" anchorCtr="0"/>
              <a:lstStyle/>
              <a:p>
                <a:r>
                  <a:rPr lang="de-DE" sz="100" noProof="1">
                    <a:latin typeface="Aptos Display" panose="020B0004020202020204" pitchFamily="34" charset="0"/>
                  </a:rPr>
                  <a:t>Compute</a:t>
                </a:r>
              </a:p>
            </p:txBody>
          </p:sp>
          <p:sp>
            <p:nvSpPr>
              <p:cNvPr id="179" name="Rectangle 178">
                <a:extLst>
                  <a:ext uri="{FF2B5EF4-FFF2-40B4-BE49-F238E27FC236}">
                    <a16:creationId xmlns:a16="http://schemas.microsoft.com/office/drawing/2014/main" id="{574C4E6E-51B3-074A-D9A0-97661678D59C}"/>
                  </a:ext>
                </a:extLst>
              </p:cNvPr>
              <p:cNvSpPr/>
              <p:nvPr/>
            </p:nvSpPr>
            <p:spPr>
              <a:xfrm>
                <a:off x="4835772" y="3346124"/>
                <a:ext cx="885506" cy="137160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bIns="0" rtlCol="0" anchor="ctr" anchorCtr="0"/>
              <a:lstStyle/>
              <a:p>
                <a:r>
                  <a:rPr lang="de-DE" sz="100" noProof="1">
                    <a:latin typeface="Aptos Display" panose="020B0004020202020204" pitchFamily="34" charset="0"/>
                  </a:rPr>
                  <a:t>Compute</a:t>
                </a:r>
              </a:p>
            </p:txBody>
          </p:sp>
          <p:sp>
            <p:nvSpPr>
              <p:cNvPr id="180" name="Rectangle 179">
                <a:extLst>
                  <a:ext uri="{FF2B5EF4-FFF2-40B4-BE49-F238E27FC236}">
                    <a16:creationId xmlns:a16="http://schemas.microsoft.com/office/drawing/2014/main" id="{94E4AE3B-6753-D779-20F2-02CEDACA9103}"/>
                  </a:ext>
                </a:extLst>
              </p:cNvPr>
              <p:cNvSpPr/>
              <p:nvPr/>
            </p:nvSpPr>
            <p:spPr>
              <a:xfrm>
                <a:off x="4835772" y="3533582"/>
                <a:ext cx="885506" cy="137160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bIns="0" rtlCol="0" anchor="ctr" anchorCtr="0"/>
              <a:lstStyle/>
              <a:p>
                <a:r>
                  <a:rPr lang="de-DE" sz="100" noProof="1">
                    <a:latin typeface="Aptos Display" panose="020B0004020202020204" pitchFamily="34" charset="0"/>
                  </a:rPr>
                  <a:t>Compute</a:t>
                </a:r>
              </a:p>
            </p:txBody>
          </p:sp>
          <p:sp>
            <p:nvSpPr>
              <p:cNvPr id="181" name="Rectangle 180">
                <a:extLst>
                  <a:ext uri="{FF2B5EF4-FFF2-40B4-BE49-F238E27FC236}">
                    <a16:creationId xmlns:a16="http://schemas.microsoft.com/office/drawing/2014/main" id="{2D751CFE-B7E2-0765-F421-C4BCADBF2793}"/>
                  </a:ext>
                </a:extLst>
              </p:cNvPr>
              <p:cNvSpPr/>
              <p:nvPr/>
            </p:nvSpPr>
            <p:spPr>
              <a:xfrm>
                <a:off x="4835772" y="3721040"/>
                <a:ext cx="885506" cy="137160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bIns="0" rtlCol="0" anchor="ctr" anchorCtr="0"/>
              <a:lstStyle/>
              <a:p>
                <a:r>
                  <a:rPr lang="de-DE" sz="100" noProof="1">
                    <a:latin typeface="Aptos Display" panose="020B0004020202020204" pitchFamily="34" charset="0"/>
                  </a:rPr>
                  <a:t>Compute</a:t>
                </a:r>
              </a:p>
            </p:txBody>
          </p:sp>
          <p:sp>
            <p:nvSpPr>
              <p:cNvPr id="182" name="Rectangle 181">
                <a:extLst>
                  <a:ext uri="{FF2B5EF4-FFF2-40B4-BE49-F238E27FC236}">
                    <a16:creationId xmlns:a16="http://schemas.microsoft.com/office/drawing/2014/main" id="{4B5FD1CD-5416-E713-1FA9-1ADB3AEDF1A4}"/>
                  </a:ext>
                </a:extLst>
              </p:cNvPr>
              <p:cNvSpPr/>
              <p:nvPr/>
            </p:nvSpPr>
            <p:spPr>
              <a:xfrm>
                <a:off x="4835772" y="3908498"/>
                <a:ext cx="885506" cy="137160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bIns="0" rtlCol="0" anchor="ctr" anchorCtr="0"/>
              <a:lstStyle/>
              <a:p>
                <a:r>
                  <a:rPr lang="de-DE" sz="100" noProof="1">
                    <a:latin typeface="Aptos Display" panose="020B0004020202020204" pitchFamily="34" charset="0"/>
                  </a:rPr>
                  <a:t>Compute</a:t>
                </a:r>
              </a:p>
            </p:txBody>
          </p:sp>
          <p:sp>
            <p:nvSpPr>
              <p:cNvPr id="183" name="Rectangle 182">
                <a:extLst>
                  <a:ext uri="{FF2B5EF4-FFF2-40B4-BE49-F238E27FC236}">
                    <a16:creationId xmlns:a16="http://schemas.microsoft.com/office/drawing/2014/main" id="{E8E709BE-CFE1-575A-EAE1-E0D784972F4A}"/>
                  </a:ext>
                </a:extLst>
              </p:cNvPr>
              <p:cNvSpPr/>
              <p:nvPr/>
            </p:nvSpPr>
            <p:spPr>
              <a:xfrm>
                <a:off x="4835772" y="4095956"/>
                <a:ext cx="885506" cy="137160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bIns="0" rtlCol="0" anchor="ctr" anchorCtr="0"/>
              <a:lstStyle/>
              <a:p>
                <a:r>
                  <a:rPr lang="de-DE" sz="100" noProof="1">
                    <a:latin typeface="Aptos Display" panose="020B0004020202020204" pitchFamily="34" charset="0"/>
                  </a:rPr>
                  <a:t>Compute</a:t>
                </a:r>
              </a:p>
            </p:txBody>
          </p:sp>
          <p:sp>
            <p:nvSpPr>
              <p:cNvPr id="184" name="Rectangle 183">
                <a:extLst>
                  <a:ext uri="{FF2B5EF4-FFF2-40B4-BE49-F238E27FC236}">
                    <a16:creationId xmlns:a16="http://schemas.microsoft.com/office/drawing/2014/main" id="{F34797EB-5F5B-FDB6-95A9-EB734B6DA28D}"/>
                  </a:ext>
                </a:extLst>
              </p:cNvPr>
              <p:cNvSpPr/>
              <p:nvPr/>
            </p:nvSpPr>
            <p:spPr>
              <a:xfrm>
                <a:off x="4835772" y="4283414"/>
                <a:ext cx="885506" cy="137160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bIns="0" rtlCol="0" anchor="ctr" anchorCtr="0"/>
              <a:lstStyle/>
              <a:p>
                <a:r>
                  <a:rPr lang="de-DE" sz="100" noProof="1">
                    <a:latin typeface="Aptos Display" panose="020B0004020202020204" pitchFamily="34" charset="0"/>
                  </a:rPr>
                  <a:t>Compute</a:t>
                </a:r>
              </a:p>
            </p:txBody>
          </p:sp>
          <p:sp>
            <p:nvSpPr>
              <p:cNvPr id="185" name="Rectangle 184">
                <a:extLst>
                  <a:ext uri="{FF2B5EF4-FFF2-40B4-BE49-F238E27FC236}">
                    <a16:creationId xmlns:a16="http://schemas.microsoft.com/office/drawing/2014/main" id="{8918EA52-98CD-EA1C-3564-8DFBBF600BC4}"/>
                  </a:ext>
                </a:extLst>
              </p:cNvPr>
              <p:cNvSpPr/>
              <p:nvPr/>
            </p:nvSpPr>
            <p:spPr>
              <a:xfrm>
                <a:off x="4835772" y="4470872"/>
                <a:ext cx="885506" cy="137160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bIns="0" rtlCol="0" anchor="ctr" anchorCtr="0"/>
              <a:lstStyle/>
              <a:p>
                <a:r>
                  <a:rPr lang="de-DE" sz="100" noProof="1">
                    <a:latin typeface="Aptos Display" panose="020B0004020202020204" pitchFamily="34" charset="0"/>
                  </a:rPr>
                  <a:t>Compute</a:t>
                </a:r>
              </a:p>
            </p:txBody>
          </p:sp>
          <p:sp>
            <p:nvSpPr>
              <p:cNvPr id="186" name="Rectangle 185">
                <a:extLst>
                  <a:ext uri="{FF2B5EF4-FFF2-40B4-BE49-F238E27FC236}">
                    <a16:creationId xmlns:a16="http://schemas.microsoft.com/office/drawing/2014/main" id="{1288D935-80F4-F496-B7F5-CC92E2E2DED7}"/>
                  </a:ext>
                </a:extLst>
              </p:cNvPr>
              <p:cNvSpPr/>
              <p:nvPr/>
            </p:nvSpPr>
            <p:spPr>
              <a:xfrm>
                <a:off x="4835772" y="4658330"/>
                <a:ext cx="885506" cy="137160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bIns="0" rtlCol="0" anchor="ctr" anchorCtr="0"/>
              <a:lstStyle/>
              <a:p>
                <a:r>
                  <a:rPr lang="de-DE" sz="100" noProof="1">
                    <a:latin typeface="Aptos Display" panose="020B0004020202020204" pitchFamily="34" charset="0"/>
                  </a:rPr>
                  <a:t>Compute</a:t>
                </a:r>
              </a:p>
            </p:txBody>
          </p:sp>
          <p:sp>
            <p:nvSpPr>
              <p:cNvPr id="187" name="Rectangle 186">
                <a:extLst>
                  <a:ext uri="{FF2B5EF4-FFF2-40B4-BE49-F238E27FC236}">
                    <a16:creationId xmlns:a16="http://schemas.microsoft.com/office/drawing/2014/main" id="{07DA0DF5-C410-8C45-83F9-C813E5796073}"/>
                  </a:ext>
                </a:extLst>
              </p:cNvPr>
              <p:cNvSpPr/>
              <p:nvPr/>
            </p:nvSpPr>
            <p:spPr>
              <a:xfrm>
                <a:off x="4835772" y="4845788"/>
                <a:ext cx="885506" cy="137160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bIns="0" rtlCol="0" anchor="ctr" anchorCtr="0"/>
              <a:lstStyle/>
              <a:p>
                <a:r>
                  <a:rPr lang="de-DE" sz="100" noProof="1">
                    <a:latin typeface="Aptos Display" panose="020B0004020202020204" pitchFamily="34" charset="0"/>
                  </a:rPr>
                  <a:t>Compute</a:t>
                </a:r>
              </a:p>
            </p:txBody>
          </p:sp>
          <p:sp>
            <p:nvSpPr>
              <p:cNvPr id="188" name="Rectangle 187">
                <a:extLst>
                  <a:ext uri="{FF2B5EF4-FFF2-40B4-BE49-F238E27FC236}">
                    <a16:creationId xmlns:a16="http://schemas.microsoft.com/office/drawing/2014/main" id="{F2358C4B-FC37-FB13-1BFC-34F019682B85}"/>
                  </a:ext>
                </a:extLst>
              </p:cNvPr>
              <p:cNvSpPr/>
              <p:nvPr/>
            </p:nvSpPr>
            <p:spPr>
              <a:xfrm>
                <a:off x="4835772" y="5033246"/>
                <a:ext cx="885506" cy="137160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bIns="0" rtlCol="0" anchor="ctr" anchorCtr="0"/>
              <a:lstStyle/>
              <a:p>
                <a:r>
                  <a:rPr lang="de-DE" sz="100" noProof="1">
                    <a:latin typeface="Aptos Display" panose="020B0004020202020204" pitchFamily="34" charset="0"/>
                  </a:rPr>
                  <a:t>Compute</a:t>
                </a:r>
              </a:p>
            </p:txBody>
          </p:sp>
          <p:sp>
            <p:nvSpPr>
              <p:cNvPr id="189" name="Rectangle 188">
                <a:extLst>
                  <a:ext uri="{FF2B5EF4-FFF2-40B4-BE49-F238E27FC236}">
                    <a16:creationId xmlns:a16="http://schemas.microsoft.com/office/drawing/2014/main" id="{C3AA659B-8129-2A67-559B-675A770319DD}"/>
                  </a:ext>
                </a:extLst>
              </p:cNvPr>
              <p:cNvSpPr/>
              <p:nvPr/>
            </p:nvSpPr>
            <p:spPr>
              <a:xfrm>
                <a:off x="4835772" y="5220704"/>
                <a:ext cx="885506" cy="137160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bIns="0" rtlCol="0" anchor="ctr" anchorCtr="0"/>
              <a:lstStyle/>
              <a:p>
                <a:r>
                  <a:rPr lang="de-DE" sz="100" noProof="1">
                    <a:latin typeface="Aptos Display" panose="020B0004020202020204" pitchFamily="34" charset="0"/>
                  </a:rPr>
                  <a:t>Compute</a:t>
                </a:r>
              </a:p>
            </p:txBody>
          </p:sp>
        </p:grp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6337F87A-FAD0-49D1-4E25-98010FD817CE}"/>
                </a:ext>
              </a:extLst>
            </p:cNvPr>
            <p:cNvGrpSpPr/>
            <p:nvPr/>
          </p:nvGrpSpPr>
          <p:grpSpPr>
            <a:xfrm>
              <a:off x="2126297" y="1465550"/>
              <a:ext cx="1008000" cy="3919881"/>
              <a:chOff x="6872619" y="1864587"/>
              <a:chExt cx="1008000" cy="3919881"/>
            </a:xfrm>
          </p:grpSpPr>
          <p:sp>
            <p:nvSpPr>
              <p:cNvPr id="148" name="Rectangle 147">
                <a:extLst>
                  <a:ext uri="{FF2B5EF4-FFF2-40B4-BE49-F238E27FC236}">
                    <a16:creationId xmlns:a16="http://schemas.microsoft.com/office/drawing/2014/main" id="{DA2B3263-549F-4ECA-15F3-8D84E22838C0}"/>
                  </a:ext>
                </a:extLst>
              </p:cNvPr>
              <p:cNvSpPr/>
              <p:nvPr/>
            </p:nvSpPr>
            <p:spPr>
              <a:xfrm>
                <a:off x="6872619" y="1864587"/>
                <a:ext cx="1008000" cy="3919881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ctr"/>
                <a:r>
                  <a:rPr lang="de-DE" sz="500" b="1" noProof="1">
                    <a:latin typeface="Aptos Display" panose="020B0004020202020204" pitchFamily="34" charset="0"/>
                  </a:rPr>
                  <a:t>Fabric</a:t>
                </a:r>
                <a:br>
                  <a:rPr lang="de-DE" sz="500" b="1" noProof="1">
                    <a:latin typeface="Aptos Display" panose="020B0004020202020204" pitchFamily="34" charset="0"/>
                  </a:rPr>
                </a:br>
                <a:r>
                  <a:rPr lang="de-DE" sz="100" noProof="1">
                    <a:latin typeface="Aptos Display" panose="020B0004020202020204" pitchFamily="34" charset="0"/>
                  </a:rPr>
                  <a:t>netBB</a:t>
                </a:r>
                <a:endParaRPr lang="de-DE" sz="500" noProof="1">
                  <a:latin typeface="Aptos Display" panose="020B0004020202020204" pitchFamily="34" charset="0"/>
                </a:endParaRPr>
              </a:p>
            </p:txBody>
          </p:sp>
          <p:sp>
            <p:nvSpPr>
              <p:cNvPr id="158" name="Rectangle 157">
                <a:extLst>
                  <a:ext uri="{FF2B5EF4-FFF2-40B4-BE49-F238E27FC236}">
                    <a16:creationId xmlns:a16="http://schemas.microsoft.com/office/drawing/2014/main" id="{AA9F2C6E-385A-17F2-70E4-BB6605687A9E}"/>
                  </a:ext>
                </a:extLst>
              </p:cNvPr>
              <p:cNvSpPr/>
              <p:nvPr/>
            </p:nvSpPr>
            <p:spPr>
              <a:xfrm>
                <a:off x="6933866" y="3609315"/>
                <a:ext cx="885506" cy="137160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bIns="0" rtlCol="0" anchor="ctr" anchorCtr="0"/>
              <a:lstStyle/>
              <a:p>
                <a:r>
                  <a:rPr lang="de-DE" sz="100" noProof="1">
                    <a:latin typeface="Aptos Display" panose="020B0004020202020204" pitchFamily="34" charset="0"/>
                  </a:rPr>
                  <a:t>Switch Core</a:t>
                </a:r>
              </a:p>
            </p:txBody>
          </p:sp>
          <p:sp>
            <p:nvSpPr>
              <p:cNvPr id="161" name="Rectangle 160">
                <a:extLst>
                  <a:ext uri="{FF2B5EF4-FFF2-40B4-BE49-F238E27FC236}">
                    <a16:creationId xmlns:a16="http://schemas.microsoft.com/office/drawing/2014/main" id="{1AFF93D0-E03E-E8CD-54A3-4336C579F0F9}"/>
                  </a:ext>
                </a:extLst>
              </p:cNvPr>
              <p:cNvSpPr/>
              <p:nvPr/>
            </p:nvSpPr>
            <p:spPr>
              <a:xfrm>
                <a:off x="6933866" y="3795520"/>
                <a:ext cx="885506" cy="137160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bIns="0" rtlCol="0" anchor="ctr" anchorCtr="0"/>
              <a:lstStyle/>
              <a:p>
                <a:r>
                  <a:rPr lang="de-DE" sz="100" noProof="1">
                    <a:latin typeface="Aptos Display" panose="020B0004020202020204" pitchFamily="34" charset="0"/>
                  </a:rPr>
                  <a:t>Switch Core</a:t>
                </a:r>
              </a:p>
            </p:txBody>
          </p:sp>
          <p:sp>
            <p:nvSpPr>
              <p:cNvPr id="162" name="Rectangle 161">
                <a:extLst>
                  <a:ext uri="{FF2B5EF4-FFF2-40B4-BE49-F238E27FC236}">
                    <a16:creationId xmlns:a16="http://schemas.microsoft.com/office/drawing/2014/main" id="{53C5324A-24E3-6275-03C0-9BAAC3EB8BD7}"/>
                  </a:ext>
                </a:extLst>
              </p:cNvPr>
              <p:cNvSpPr/>
              <p:nvPr/>
            </p:nvSpPr>
            <p:spPr>
              <a:xfrm>
                <a:off x="6933866" y="2408895"/>
                <a:ext cx="885506" cy="137160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bIns="0" rtlCol="0" anchor="ctr" anchorCtr="0"/>
              <a:lstStyle/>
              <a:p>
                <a:r>
                  <a:rPr lang="de-DE" sz="100" noProof="1">
                    <a:latin typeface="Aptos Display" panose="020B0004020202020204" pitchFamily="34" charset="0"/>
                  </a:rPr>
                  <a:t>Switch Spine</a:t>
                </a:r>
              </a:p>
            </p:txBody>
          </p:sp>
          <p:sp>
            <p:nvSpPr>
              <p:cNvPr id="164" name="Rectangle 163">
                <a:extLst>
                  <a:ext uri="{FF2B5EF4-FFF2-40B4-BE49-F238E27FC236}">
                    <a16:creationId xmlns:a16="http://schemas.microsoft.com/office/drawing/2014/main" id="{EAA2D696-61C5-CDDD-9551-EF7E480E3E1C}"/>
                  </a:ext>
                </a:extLst>
              </p:cNvPr>
              <p:cNvSpPr/>
              <p:nvPr/>
            </p:nvSpPr>
            <p:spPr>
              <a:xfrm>
                <a:off x="6933866" y="2595100"/>
                <a:ext cx="885506" cy="137160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bIns="0" rtlCol="0" anchor="ctr" anchorCtr="0"/>
              <a:lstStyle/>
              <a:p>
                <a:r>
                  <a:rPr lang="de-DE" sz="100" noProof="1">
                    <a:latin typeface="Aptos Display" panose="020B0004020202020204" pitchFamily="34" charset="0"/>
                  </a:rPr>
                  <a:t>Switch Spine</a:t>
                </a:r>
              </a:p>
            </p:txBody>
          </p:sp>
          <p:sp>
            <p:nvSpPr>
              <p:cNvPr id="165" name="Rectangle 164">
                <a:extLst>
                  <a:ext uri="{FF2B5EF4-FFF2-40B4-BE49-F238E27FC236}">
                    <a16:creationId xmlns:a16="http://schemas.microsoft.com/office/drawing/2014/main" id="{E0088821-D5C3-615C-912D-E23A8562069A}"/>
                  </a:ext>
                </a:extLst>
              </p:cNvPr>
              <p:cNvSpPr/>
              <p:nvPr/>
            </p:nvSpPr>
            <p:spPr>
              <a:xfrm>
                <a:off x="6933866" y="2781305"/>
                <a:ext cx="885506" cy="137160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bIns="0" rtlCol="0" anchor="ctr" anchorCtr="0"/>
              <a:lstStyle/>
              <a:p>
                <a:r>
                  <a:rPr lang="de-DE" sz="100" noProof="1">
                    <a:latin typeface="Aptos Display" panose="020B0004020202020204" pitchFamily="34" charset="0"/>
                  </a:rPr>
                  <a:t>Switch Spine</a:t>
                </a:r>
              </a:p>
            </p:txBody>
          </p:sp>
          <p:sp>
            <p:nvSpPr>
              <p:cNvPr id="166" name="Rectangle 165">
                <a:extLst>
                  <a:ext uri="{FF2B5EF4-FFF2-40B4-BE49-F238E27FC236}">
                    <a16:creationId xmlns:a16="http://schemas.microsoft.com/office/drawing/2014/main" id="{0CEE15F4-DAF5-FB4C-28DF-20E153200704}"/>
                  </a:ext>
                </a:extLst>
              </p:cNvPr>
              <p:cNvSpPr/>
              <p:nvPr/>
            </p:nvSpPr>
            <p:spPr>
              <a:xfrm>
                <a:off x="6933866" y="2967510"/>
                <a:ext cx="885506" cy="137160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bIns="0" rtlCol="0" anchor="ctr" anchorCtr="0"/>
              <a:lstStyle/>
              <a:p>
                <a:r>
                  <a:rPr lang="de-DE" sz="100" noProof="1">
                    <a:latin typeface="Aptos Display" panose="020B0004020202020204" pitchFamily="34" charset="0"/>
                  </a:rPr>
                  <a:t>Switch Leaf</a:t>
                </a:r>
              </a:p>
            </p:txBody>
          </p:sp>
          <p:sp>
            <p:nvSpPr>
              <p:cNvPr id="167" name="Rectangle 166">
                <a:extLst>
                  <a:ext uri="{FF2B5EF4-FFF2-40B4-BE49-F238E27FC236}">
                    <a16:creationId xmlns:a16="http://schemas.microsoft.com/office/drawing/2014/main" id="{437E95E7-F661-13DC-6FEB-FB80E5DBD684}"/>
                  </a:ext>
                </a:extLst>
              </p:cNvPr>
              <p:cNvSpPr/>
              <p:nvPr/>
            </p:nvSpPr>
            <p:spPr>
              <a:xfrm>
                <a:off x="6933866" y="3153715"/>
                <a:ext cx="885506" cy="137160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bIns="0" rtlCol="0" anchor="ctr" anchorCtr="0"/>
              <a:lstStyle/>
              <a:p>
                <a:r>
                  <a:rPr lang="de-DE" sz="100" noProof="1">
                    <a:latin typeface="Aptos Display" panose="020B0004020202020204" pitchFamily="34" charset="0"/>
                  </a:rPr>
                  <a:t>Switch Leaf</a:t>
                </a:r>
              </a:p>
            </p:txBody>
          </p:sp>
          <p:sp>
            <p:nvSpPr>
              <p:cNvPr id="168" name="Rectangle 167">
                <a:extLst>
                  <a:ext uri="{FF2B5EF4-FFF2-40B4-BE49-F238E27FC236}">
                    <a16:creationId xmlns:a16="http://schemas.microsoft.com/office/drawing/2014/main" id="{FD26E2BF-2DC8-7A1A-FE2D-25479D2FDA62}"/>
                  </a:ext>
                </a:extLst>
              </p:cNvPr>
              <p:cNvSpPr/>
              <p:nvPr/>
            </p:nvSpPr>
            <p:spPr>
              <a:xfrm>
                <a:off x="6933866" y="4094572"/>
                <a:ext cx="885506" cy="137160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bIns="0" rtlCol="0" anchor="ctr" anchorCtr="0"/>
              <a:lstStyle/>
              <a:p>
                <a:r>
                  <a:rPr lang="de-DE" sz="100" noProof="1">
                    <a:latin typeface="Aptos Display" panose="020B0004020202020204" pitchFamily="34" charset="0"/>
                  </a:rPr>
                  <a:t>Firewall</a:t>
                </a:r>
              </a:p>
            </p:txBody>
          </p:sp>
          <p:sp>
            <p:nvSpPr>
              <p:cNvPr id="169" name="Rectangle 168">
                <a:extLst>
                  <a:ext uri="{FF2B5EF4-FFF2-40B4-BE49-F238E27FC236}">
                    <a16:creationId xmlns:a16="http://schemas.microsoft.com/office/drawing/2014/main" id="{CC5978A6-2057-2935-BC00-F4C32ADC62D1}"/>
                  </a:ext>
                </a:extLst>
              </p:cNvPr>
              <p:cNvSpPr/>
              <p:nvPr/>
            </p:nvSpPr>
            <p:spPr>
              <a:xfrm>
                <a:off x="6933866" y="5597128"/>
                <a:ext cx="885506" cy="137160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bIns="0" rtlCol="0" anchor="ctr" anchorCtr="0"/>
              <a:lstStyle/>
              <a:p>
                <a:r>
                  <a:rPr lang="de-DE" sz="100" noProof="1">
                    <a:latin typeface="Aptos Display" panose="020B0004020202020204" pitchFamily="34" charset="0"/>
                  </a:rPr>
                  <a:t>Switch Mgmt</a:t>
                </a:r>
              </a:p>
            </p:txBody>
          </p:sp>
          <p:sp>
            <p:nvSpPr>
              <p:cNvPr id="170" name="Rectangle 169">
                <a:extLst>
                  <a:ext uri="{FF2B5EF4-FFF2-40B4-BE49-F238E27FC236}">
                    <a16:creationId xmlns:a16="http://schemas.microsoft.com/office/drawing/2014/main" id="{8BBF5CCC-3614-3CA3-0A9B-D8292D45B12B}"/>
                  </a:ext>
                </a:extLst>
              </p:cNvPr>
              <p:cNvSpPr/>
              <p:nvPr/>
            </p:nvSpPr>
            <p:spPr>
              <a:xfrm>
                <a:off x="6933866" y="5424400"/>
                <a:ext cx="885506" cy="137160"/>
              </a:xfrm>
              <a:prstGeom prst="rect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bIns="0" rtlCol="0" anchor="ctr" anchorCtr="0"/>
              <a:lstStyle/>
              <a:p>
                <a:r>
                  <a:rPr lang="de-DE" sz="100" noProof="1">
                    <a:latin typeface="Aptos Display" panose="020B0004020202020204" pitchFamily="34" charset="0"/>
                  </a:rPr>
                  <a:t>Console</a:t>
                </a:r>
              </a:p>
            </p:txBody>
          </p:sp>
          <p:sp>
            <p:nvSpPr>
              <p:cNvPr id="171" name="Rectangle 170">
                <a:extLst>
                  <a:ext uri="{FF2B5EF4-FFF2-40B4-BE49-F238E27FC236}">
                    <a16:creationId xmlns:a16="http://schemas.microsoft.com/office/drawing/2014/main" id="{F62A2B33-AA46-6FA7-3EE4-7D81B2AC49C7}"/>
                  </a:ext>
                </a:extLst>
              </p:cNvPr>
              <p:cNvSpPr/>
              <p:nvPr/>
            </p:nvSpPr>
            <p:spPr>
              <a:xfrm>
                <a:off x="6933866" y="4266763"/>
                <a:ext cx="885506" cy="137160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bIns="0" rtlCol="0" anchor="ctr" anchorCtr="0"/>
              <a:lstStyle/>
              <a:p>
                <a:r>
                  <a:rPr lang="de-DE" sz="100" noProof="1">
                    <a:latin typeface="Aptos Display" panose="020B0004020202020204" pitchFamily="34" charset="0"/>
                  </a:rPr>
                  <a:t>Firewall</a:t>
                </a:r>
              </a:p>
            </p:txBody>
          </p:sp>
        </p:grpSp>
        <p:grpSp>
          <p:nvGrpSpPr>
            <p:cNvPr id="72" name="Group 71">
              <a:extLst>
                <a:ext uri="{FF2B5EF4-FFF2-40B4-BE49-F238E27FC236}">
                  <a16:creationId xmlns:a16="http://schemas.microsoft.com/office/drawing/2014/main" id="{AEE0AD4A-42D4-240A-F2F7-E0B94DF58EC4}"/>
                </a:ext>
              </a:extLst>
            </p:cNvPr>
            <p:cNvGrpSpPr/>
            <p:nvPr/>
          </p:nvGrpSpPr>
          <p:grpSpPr>
            <a:xfrm>
              <a:off x="8791150" y="1465550"/>
              <a:ext cx="1008000" cy="3926900"/>
              <a:chOff x="2612384" y="1868498"/>
              <a:chExt cx="1008000" cy="3926900"/>
            </a:xfrm>
          </p:grpSpPr>
          <p:sp>
            <p:nvSpPr>
              <p:cNvPr id="137" name="Rectangle 136">
                <a:extLst>
                  <a:ext uri="{FF2B5EF4-FFF2-40B4-BE49-F238E27FC236}">
                    <a16:creationId xmlns:a16="http://schemas.microsoft.com/office/drawing/2014/main" id="{30DAAAC1-88AA-80CC-DEB3-7DF443F8AD9D}"/>
                  </a:ext>
                </a:extLst>
              </p:cNvPr>
              <p:cNvSpPr/>
              <p:nvPr/>
            </p:nvSpPr>
            <p:spPr>
              <a:xfrm>
                <a:off x="2612384" y="1868498"/>
                <a:ext cx="1008000" cy="39269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ctr"/>
                <a:r>
                  <a:rPr lang="de-DE" sz="500" b="1" noProof="1">
                    <a:latin typeface="Aptos Display" panose="020B0004020202020204" pitchFamily="34" charset="0"/>
                  </a:rPr>
                  <a:t>AI</a:t>
                </a:r>
                <a:br>
                  <a:rPr lang="de-DE" sz="500" b="1" noProof="1">
                    <a:latin typeface="Aptos Display" panose="020B0004020202020204" pitchFamily="34" charset="0"/>
                  </a:rPr>
                </a:br>
                <a:r>
                  <a:rPr lang="de-DE" sz="100" noProof="1">
                    <a:latin typeface="Aptos Display" panose="020B0004020202020204" pitchFamily="34" charset="0"/>
                  </a:rPr>
                  <a:t>gpuPod</a:t>
                </a:r>
                <a:endParaRPr lang="de-DE" sz="500" noProof="1">
                  <a:latin typeface="Aptos Display" panose="020B0004020202020204" pitchFamily="34" charset="0"/>
                </a:endParaRPr>
              </a:p>
            </p:txBody>
          </p:sp>
          <p:sp>
            <p:nvSpPr>
              <p:cNvPr id="138" name="Rectangle 137">
                <a:extLst>
                  <a:ext uri="{FF2B5EF4-FFF2-40B4-BE49-F238E27FC236}">
                    <a16:creationId xmlns:a16="http://schemas.microsoft.com/office/drawing/2014/main" id="{92DC7EE6-65DF-8B4D-789F-1D0688F348EA}"/>
                  </a:ext>
                </a:extLst>
              </p:cNvPr>
              <p:cNvSpPr/>
              <p:nvPr/>
            </p:nvSpPr>
            <p:spPr>
              <a:xfrm>
                <a:off x="2673832" y="2783751"/>
                <a:ext cx="885506" cy="324618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bIns="0" rtlCol="0" anchor="t" anchorCtr="0"/>
              <a:lstStyle/>
              <a:p>
                <a:r>
                  <a:rPr lang="de-DE" sz="100" noProof="1">
                    <a:latin typeface="Aptos Display" panose="020B0004020202020204" pitchFamily="34" charset="0"/>
                  </a:rPr>
                  <a:t>GPU Inference</a:t>
                </a:r>
              </a:p>
            </p:txBody>
          </p:sp>
          <p:sp>
            <p:nvSpPr>
              <p:cNvPr id="139" name="Rectangle 138">
                <a:extLst>
                  <a:ext uri="{FF2B5EF4-FFF2-40B4-BE49-F238E27FC236}">
                    <a16:creationId xmlns:a16="http://schemas.microsoft.com/office/drawing/2014/main" id="{CD50AA54-1B89-514F-7D20-C92113F8DA15}"/>
                  </a:ext>
                </a:extLst>
              </p:cNvPr>
              <p:cNvSpPr/>
              <p:nvPr/>
            </p:nvSpPr>
            <p:spPr>
              <a:xfrm>
                <a:off x="2673832" y="3162838"/>
                <a:ext cx="885506" cy="320446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bIns="0" rtlCol="0" anchor="t" anchorCtr="0"/>
              <a:lstStyle/>
              <a:p>
                <a:r>
                  <a:rPr lang="de-DE" sz="100" noProof="1">
                    <a:latin typeface="Aptos Display" panose="020B0004020202020204" pitchFamily="34" charset="0"/>
                  </a:rPr>
                  <a:t>GPU Inference</a:t>
                </a:r>
              </a:p>
            </p:txBody>
          </p:sp>
          <p:sp>
            <p:nvSpPr>
              <p:cNvPr id="140" name="Rectangle 139">
                <a:extLst>
                  <a:ext uri="{FF2B5EF4-FFF2-40B4-BE49-F238E27FC236}">
                    <a16:creationId xmlns:a16="http://schemas.microsoft.com/office/drawing/2014/main" id="{20B3FBCE-9FB2-3933-7CC3-8E4C06170345}"/>
                  </a:ext>
                </a:extLst>
              </p:cNvPr>
              <p:cNvSpPr/>
              <p:nvPr/>
            </p:nvSpPr>
            <p:spPr>
              <a:xfrm>
                <a:off x="2673832" y="3533582"/>
                <a:ext cx="885506" cy="324618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bIns="0" rtlCol="0" anchor="t" anchorCtr="0"/>
              <a:lstStyle/>
              <a:p>
                <a:r>
                  <a:rPr lang="de-DE" sz="100" noProof="1">
                    <a:latin typeface="Aptos Display" panose="020B0004020202020204" pitchFamily="34" charset="0"/>
                  </a:rPr>
                  <a:t>GPU Inference </a:t>
                </a:r>
              </a:p>
              <a:p>
                <a:endParaRPr lang="de-DE" sz="100" noProof="1">
                  <a:latin typeface="Aptos Display" panose="020B0004020202020204" pitchFamily="34" charset="0"/>
                </a:endParaRPr>
              </a:p>
            </p:txBody>
          </p:sp>
          <p:sp>
            <p:nvSpPr>
              <p:cNvPr id="144" name="Rectangle 143">
                <a:extLst>
                  <a:ext uri="{FF2B5EF4-FFF2-40B4-BE49-F238E27FC236}">
                    <a16:creationId xmlns:a16="http://schemas.microsoft.com/office/drawing/2014/main" id="{6F205829-111B-6B7B-0BC0-D32374AE28A6}"/>
                  </a:ext>
                </a:extLst>
              </p:cNvPr>
              <p:cNvSpPr/>
              <p:nvPr/>
            </p:nvSpPr>
            <p:spPr>
              <a:xfrm>
                <a:off x="2673832" y="3908615"/>
                <a:ext cx="885506" cy="324618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bIns="0" rtlCol="0" anchor="t" anchorCtr="0"/>
              <a:lstStyle/>
              <a:p>
                <a:r>
                  <a:rPr lang="de-DE" sz="100" noProof="1">
                    <a:latin typeface="Aptos Display" panose="020B0004020202020204" pitchFamily="34" charset="0"/>
                  </a:rPr>
                  <a:t>GPU Inference</a:t>
                </a:r>
              </a:p>
              <a:p>
                <a:endParaRPr lang="de-DE" sz="100" noProof="1">
                  <a:latin typeface="Aptos Display" panose="020B0004020202020204" pitchFamily="34" charset="0"/>
                </a:endParaRPr>
              </a:p>
            </p:txBody>
          </p:sp>
          <p:sp>
            <p:nvSpPr>
              <p:cNvPr id="145" name="Rectangle 144">
                <a:extLst>
                  <a:ext uri="{FF2B5EF4-FFF2-40B4-BE49-F238E27FC236}">
                    <a16:creationId xmlns:a16="http://schemas.microsoft.com/office/drawing/2014/main" id="{7EE9A0D7-2873-1399-8010-48329725165B}"/>
                  </a:ext>
                </a:extLst>
              </p:cNvPr>
              <p:cNvSpPr/>
              <p:nvPr/>
            </p:nvSpPr>
            <p:spPr>
              <a:xfrm>
                <a:off x="2673832" y="2420113"/>
                <a:ext cx="885506" cy="137160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bIns="0" rtlCol="0" anchor="ctr" anchorCtr="0"/>
              <a:lstStyle/>
              <a:p>
                <a:r>
                  <a:rPr lang="de-DE" sz="100" noProof="1">
                    <a:latin typeface="Aptos Display" panose="020B0004020202020204" pitchFamily="34" charset="0"/>
                  </a:rPr>
                  <a:t>Switch ToR</a:t>
                </a:r>
              </a:p>
            </p:txBody>
          </p:sp>
          <p:sp>
            <p:nvSpPr>
              <p:cNvPr id="146" name="Rectangle 145">
                <a:extLst>
                  <a:ext uri="{FF2B5EF4-FFF2-40B4-BE49-F238E27FC236}">
                    <a16:creationId xmlns:a16="http://schemas.microsoft.com/office/drawing/2014/main" id="{635CEB08-6E6D-2B8C-861D-EB6C4C0F53DD}"/>
                  </a:ext>
                </a:extLst>
              </p:cNvPr>
              <p:cNvSpPr/>
              <p:nvPr/>
            </p:nvSpPr>
            <p:spPr>
              <a:xfrm>
                <a:off x="2673832" y="2596292"/>
                <a:ext cx="885506" cy="137160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bIns="0" rtlCol="0" anchor="ctr" anchorCtr="0"/>
              <a:lstStyle/>
              <a:p>
                <a:r>
                  <a:rPr lang="de-DE" sz="100" noProof="1">
                    <a:latin typeface="Aptos Display" panose="020B0004020202020204" pitchFamily="34" charset="0"/>
                  </a:rPr>
                  <a:t>Switch ToR</a:t>
                </a:r>
              </a:p>
            </p:txBody>
          </p:sp>
          <p:sp>
            <p:nvSpPr>
              <p:cNvPr id="147" name="Rectangle 146">
                <a:extLst>
                  <a:ext uri="{FF2B5EF4-FFF2-40B4-BE49-F238E27FC236}">
                    <a16:creationId xmlns:a16="http://schemas.microsoft.com/office/drawing/2014/main" id="{888F5DB5-874A-7AA6-6433-065FA97B9DE8}"/>
                  </a:ext>
                </a:extLst>
              </p:cNvPr>
              <p:cNvSpPr/>
              <p:nvPr/>
            </p:nvSpPr>
            <p:spPr>
              <a:xfrm>
                <a:off x="2673832" y="5599787"/>
                <a:ext cx="885506" cy="137160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bIns="0" rtlCol="0" anchor="ctr" anchorCtr="0"/>
              <a:lstStyle/>
              <a:p>
                <a:r>
                  <a:rPr lang="de-DE" sz="100" noProof="1">
                    <a:latin typeface="Aptos Display" panose="020B0004020202020204" pitchFamily="34" charset="0"/>
                  </a:rPr>
                  <a:t>Switch Mgmt</a:t>
                </a:r>
              </a:p>
            </p:txBody>
          </p:sp>
        </p:grpSp>
        <p:grpSp>
          <p:nvGrpSpPr>
            <p:cNvPr id="73" name="Group 72">
              <a:extLst>
                <a:ext uri="{FF2B5EF4-FFF2-40B4-BE49-F238E27FC236}">
                  <a16:creationId xmlns:a16="http://schemas.microsoft.com/office/drawing/2014/main" id="{348A1571-9DAC-962C-E8F3-C45CC4A13C8E}"/>
                </a:ext>
              </a:extLst>
            </p:cNvPr>
            <p:cNvGrpSpPr/>
            <p:nvPr/>
          </p:nvGrpSpPr>
          <p:grpSpPr>
            <a:xfrm>
              <a:off x="9871026" y="1465550"/>
              <a:ext cx="1008000" cy="3926900"/>
              <a:chOff x="3686853" y="1864587"/>
              <a:chExt cx="1008000" cy="3926900"/>
            </a:xfrm>
          </p:grpSpPr>
          <p:sp>
            <p:nvSpPr>
              <p:cNvPr id="132" name="Rectangle 131">
                <a:extLst>
                  <a:ext uri="{FF2B5EF4-FFF2-40B4-BE49-F238E27FC236}">
                    <a16:creationId xmlns:a16="http://schemas.microsoft.com/office/drawing/2014/main" id="{F43E60F6-62E3-6486-2860-AC48E27A1556}"/>
                  </a:ext>
                </a:extLst>
              </p:cNvPr>
              <p:cNvSpPr/>
              <p:nvPr/>
            </p:nvSpPr>
            <p:spPr>
              <a:xfrm>
                <a:off x="3686853" y="1864587"/>
                <a:ext cx="1008000" cy="39269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ctr"/>
                <a:r>
                  <a:rPr lang="de-DE" sz="500" b="1" noProof="1">
                    <a:latin typeface="Aptos Display" panose="020B0004020202020204" pitchFamily="34" charset="0"/>
                  </a:rPr>
                  <a:t>AI</a:t>
                </a:r>
                <a:br>
                  <a:rPr lang="de-DE" sz="500" b="1" noProof="1">
                    <a:latin typeface="Aptos Display" panose="020B0004020202020204" pitchFamily="34" charset="0"/>
                  </a:rPr>
                </a:br>
                <a:r>
                  <a:rPr lang="de-DE" sz="100" noProof="1">
                    <a:latin typeface="Aptos Display" panose="020B0004020202020204" pitchFamily="34" charset="0"/>
                  </a:rPr>
                  <a:t>gpuPod</a:t>
                </a:r>
                <a:endParaRPr lang="de-DE" sz="500" noProof="1">
                  <a:latin typeface="Aptos Display" panose="020B0004020202020204" pitchFamily="34" charset="0"/>
                </a:endParaRPr>
              </a:p>
            </p:txBody>
          </p:sp>
          <p:sp>
            <p:nvSpPr>
              <p:cNvPr id="133" name="Rectangle 132">
                <a:extLst>
                  <a:ext uri="{FF2B5EF4-FFF2-40B4-BE49-F238E27FC236}">
                    <a16:creationId xmlns:a16="http://schemas.microsoft.com/office/drawing/2014/main" id="{B44697C1-6439-55B2-0658-22E6D9B45A74}"/>
                  </a:ext>
                </a:extLst>
              </p:cNvPr>
              <p:cNvSpPr/>
              <p:nvPr/>
            </p:nvSpPr>
            <p:spPr>
              <a:xfrm>
                <a:off x="3748301" y="2779840"/>
                <a:ext cx="885506" cy="324618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bIns="0" rtlCol="0" anchor="t" anchorCtr="0"/>
              <a:lstStyle/>
              <a:p>
                <a:r>
                  <a:rPr lang="de-DE" sz="100" noProof="1">
                    <a:latin typeface="Aptos Display" panose="020B0004020202020204" pitchFamily="34" charset="0"/>
                  </a:rPr>
                  <a:t>GPU Training</a:t>
                </a:r>
              </a:p>
            </p:txBody>
          </p:sp>
          <p:sp>
            <p:nvSpPr>
              <p:cNvPr id="134" name="Rectangle 133">
                <a:extLst>
                  <a:ext uri="{FF2B5EF4-FFF2-40B4-BE49-F238E27FC236}">
                    <a16:creationId xmlns:a16="http://schemas.microsoft.com/office/drawing/2014/main" id="{3AC2ACB5-DA99-350C-1460-329A25783ABF}"/>
                  </a:ext>
                </a:extLst>
              </p:cNvPr>
              <p:cNvSpPr/>
              <p:nvPr/>
            </p:nvSpPr>
            <p:spPr>
              <a:xfrm>
                <a:off x="3748301" y="2416202"/>
                <a:ext cx="885506" cy="137160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bIns="0" rtlCol="0" anchor="ctr" anchorCtr="0"/>
              <a:lstStyle/>
              <a:p>
                <a:r>
                  <a:rPr lang="de-DE" sz="100" noProof="1">
                    <a:latin typeface="Aptos Display" panose="020B0004020202020204" pitchFamily="34" charset="0"/>
                  </a:rPr>
                  <a:t>Switch ToR</a:t>
                </a:r>
              </a:p>
            </p:txBody>
          </p:sp>
          <p:sp>
            <p:nvSpPr>
              <p:cNvPr id="135" name="Rectangle 134">
                <a:extLst>
                  <a:ext uri="{FF2B5EF4-FFF2-40B4-BE49-F238E27FC236}">
                    <a16:creationId xmlns:a16="http://schemas.microsoft.com/office/drawing/2014/main" id="{9198C0C1-21AD-403A-FA82-C6D4099C0A6B}"/>
                  </a:ext>
                </a:extLst>
              </p:cNvPr>
              <p:cNvSpPr/>
              <p:nvPr/>
            </p:nvSpPr>
            <p:spPr>
              <a:xfrm>
                <a:off x="3748301" y="2592381"/>
                <a:ext cx="885506" cy="137160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bIns="0" rtlCol="0" anchor="ctr" anchorCtr="0"/>
              <a:lstStyle/>
              <a:p>
                <a:r>
                  <a:rPr lang="de-DE" sz="100" noProof="1">
                    <a:latin typeface="Aptos Display" panose="020B0004020202020204" pitchFamily="34" charset="0"/>
                  </a:rPr>
                  <a:t>Switch ToR</a:t>
                </a:r>
              </a:p>
            </p:txBody>
          </p:sp>
          <p:sp>
            <p:nvSpPr>
              <p:cNvPr id="136" name="Rectangle 135">
                <a:extLst>
                  <a:ext uri="{FF2B5EF4-FFF2-40B4-BE49-F238E27FC236}">
                    <a16:creationId xmlns:a16="http://schemas.microsoft.com/office/drawing/2014/main" id="{6DED2A78-6B8F-ED80-109C-F8D725CDFD03}"/>
                  </a:ext>
                </a:extLst>
              </p:cNvPr>
              <p:cNvSpPr/>
              <p:nvPr/>
            </p:nvSpPr>
            <p:spPr>
              <a:xfrm>
                <a:off x="3748301" y="5595876"/>
                <a:ext cx="885506" cy="137160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bIns="0" rtlCol="0" anchor="ctr" anchorCtr="0"/>
              <a:lstStyle/>
              <a:p>
                <a:r>
                  <a:rPr lang="de-DE" sz="100" noProof="1">
                    <a:latin typeface="Aptos Display" panose="020B0004020202020204" pitchFamily="34" charset="0"/>
                  </a:rPr>
                  <a:t>Switch Mgmt</a:t>
                </a:r>
              </a:p>
            </p:txBody>
          </p:sp>
        </p:grpSp>
        <p:grpSp>
          <p:nvGrpSpPr>
            <p:cNvPr id="74" name="Group 73">
              <a:extLst>
                <a:ext uri="{FF2B5EF4-FFF2-40B4-BE49-F238E27FC236}">
                  <a16:creationId xmlns:a16="http://schemas.microsoft.com/office/drawing/2014/main" id="{FF30EE92-6A28-51A3-6369-108335AC5EFE}"/>
                </a:ext>
              </a:extLst>
            </p:cNvPr>
            <p:cNvGrpSpPr/>
            <p:nvPr/>
          </p:nvGrpSpPr>
          <p:grpSpPr>
            <a:xfrm>
              <a:off x="7705091" y="1465550"/>
              <a:ext cx="1014183" cy="3926899"/>
              <a:chOff x="484129" y="1870545"/>
              <a:chExt cx="1014183" cy="3926899"/>
            </a:xfrm>
          </p:grpSpPr>
          <p:sp>
            <p:nvSpPr>
              <p:cNvPr id="118" name="Rectangle 117">
                <a:extLst>
                  <a:ext uri="{FF2B5EF4-FFF2-40B4-BE49-F238E27FC236}">
                    <a16:creationId xmlns:a16="http://schemas.microsoft.com/office/drawing/2014/main" id="{C032B6D2-D6EB-A244-80D8-83B12DE19FF3}"/>
                  </a:ext>
                </a:extLst>
              </p:cNvPr>
              <p:cNvSpPr/>
              <p:nvPr/>
            </p:nvSpPr>
            <p:spPr>
              <a:xfrm>
                <a:off x="484129" y="1870545"/>
                <a:ext cx="1008000" cy="3926899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ctr"/>
                <a:r>
                  <a:rPr lang="de-DE" sz="500" b="1" noProof="1">
                    <a:latin typeface="Aptos Display" panose="020B0004020202020204" pitchFamily="34" charset="0"/>
                  </a:rPr>
                  <a:t>Network</a:t>
                </a:r>
                <a:br>
                  <a:rPr lang="de-DE" sz="500" b="1" noProof="1">
                    <a:latin typeface="Aptos Display" panose="020B0004020202020204" pitchFamily="34" charset="0"/>
                  </a:rPr>
                </a:br>
                <a:r>
                  <a:rPr lang="de-DE" sz="100" noProof="1">
                    <a:latin typeface="Aptos Display" panose="020B0004020202020204" pitchFamily="34" charset="0"/>
                  </a:rPr>
                  <a:t>netPod</a:t>
                </a:r>
                <a:endParaRPr lang="de-DE" sz="500" noProof="1">
                  <a:latin typeface="Aptos Display" panose="020B0004020202020204" pitchFamily="34" charset="0"/>
                </a:endParaRPr>
              </a:p>
            </p:txBody>
          </p:sp>
          <p:sp>
            <p:nvSpPr>
              <p:cNvPr id="119" name="Rectangle 118">
                <a:extLst>
                  <a:ext uri="{FF2B5EF4-FFF2-40B4-BE49-F238E27FC236}">
                    <a16:creationId xmlns:a16="http://schemas.microsoft.com/office/drawing/2014/main" id="{DB3BBA04-0A99-7A46-2385-B0BC10C5E10D}"/>
                  </a:ext>
                </a:extLst>
              </p:cNvPr>
              <p:cNvSpPr/>
              <p:nvPr/>
            </p:nvSpPr>
            <p:spPr>
              <a:xfrm>
                <a:off x="555052" y="3526741"/>
                <a:ext cx="885506" cy="146693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bIns="0" rtlCol="0" anchor="ctr" anchorCtr="0"/>
              <a:lstStyle/>
              <a:p>
                <a:r>
                  <a:rPr lang="de-DE" sz="100" noProof="1">
                    <a:latin typeface="Aptos Display" panose="020B0004020202020204" pitchFamily="34" charset="0"/>
                  </a:rPr>
                  <a:t>Load Balancer</a:t>
                </a:r>
              </a:p>
            </p:txBody>
          </p:sp>
          <p:sp>
            <p:nvSpPr>
              <p:cNvPr id="120" name="Rectangle 119">
                <a:extLst>
                  <a:ext uri="{FF2B5EF4-FFF2-40B4-BE49-F238E27FC236}">
                    <a16:creationId xmlns:a16="http://schemas.microsoft.com/office/drawing/2014/main" id="{A08270CA-0F7D-22D1-A5BF-688A18800C60}"/>
                  </a:ext>
                </a:extLst>
              </p:cNvPr>
              <p:cNvSpPr/>
              <p:nvPr/>
            </p:nvSpPr>
            <p:spPr>
              <a:xfrm>
                <a:off x="555052" y="3717190"/>
                <a:ext cx="885506" cy="146693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bIns="0" rtlCol="0" anchor="ctr" anchorCtr="0"/>
              <a:lstStyle/>
              <a:p>
                <a:r>
                  <a:rPr lang="de-DE" sz="100" noProof="1">
                    <a:latin typeface="Aptos Display" panose="020B0004020202020204" pitchFamily="34" charset="0"/>
                  </a:rPr>
                  <a:t>Load Balancer</a:t>
                </a:r>
              </a:p>
            </p:txBody>
          </p:sp>
          <p:sp>
            <p:nvSpPr>
              <p:cNvPr id="121" name="Rectangle 120">
                <a:extLst>
                  <a:ext uri="{FF2B5EF4-FFF2-40B4-BE49-F238E27FC236}">
                    <a16:creationId xmlns:a16="http://schemas.microsoft.com/office/drawing/2014/main" id="{A31246A4-1DDE-844A-8BAF-CC62D974923F}"/>
                  </a:ext>
                </a:extLst>
              </p:cNvPr>
              <p:cNvSpPr/>
              <p:nvPr/>
            </p:nvSpPr>
            <p:spPr>
              <a:xfrm>
                <a:off x="555052" y="3145837"/>
                <a:ext cx="885506" cy="146693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bIns="0" rtlCol="0" anchor="ctr" anchorCtr="0"/>
              <a:lstStyle/>
              <a:p>
                <a:r>
                  <a:rPr lang="de-DE" sz="100" noProof="1">
                    <a:latin typeface="Aptos Display" panose="020B0004020202020204" pitchFamily="34" charset="0"/>
                  </a:rPr>
                  <a:t>Switch Tenants</a:t>
                </a:r>
              </a:p>
            </p:txBody>
          </p:sp>
          <p:sp>
            <p:nvSpPr>
              <p:cNvPr id="122" name="Rectangle 121">
                <a:extLst>
                  <a:ext uri="{FF2B5EF4-FFF2-40B4-BE49-F238E27FC236}">
                    <a16:creationId xmlns:a16="http://schemas.microsoft.com/office/drawing/2014/main" id="{9D49C79F-4D82-9017-D0ED-12B1042669BE}"/>
                  </a:ext>
                </a:extLst>
              </p:cNvPr>
              <p:cNvSpPr/>
              <p:nvPr/>
            </p:nvSpPr>
            <p:spPr>
              <a:xfrm>
                <a:off x="555052" y="3336289"/>
                <a:ext cx="885506" cy="146693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bIns="0" rtlCol="0" anchor="ctr" anchorCtr="0"/>
              <a:lstStyle/>
              <a:p>
                <a:r>
                  <a:rPr lang="de-DE" sz="100" noProof="1">
                    <a:latin typeface="Aptos Display" panose="020B0004020202020204" pitchFamily="34" charset="0"/>
                  </a:rPr>
                  <a:t>Switch Tenants</a:t>
                </a:r>
              </a:p>
            </p:txBody>
          </p:sp>
          <p:sp>
            <p:nvSpPr>
              <p:cNvPr id="123" name="Rectangle 122">
                <a:extLst>
                  <a:ext uri="{FF2B5EF4-FFF2-40B4-BE49-F238E27FC236}">
                    <a16:creationId xmlns:a16="http://schemas.microsoft.com/office/drawing/2014/main" id="{FCEE685C-6CA4-895B-C9AF-B905B5A6C780}"/>
                  </a:ext>
                </a:extLst>
              </p:cNvPr>
              <p:cNvSpPr/>
              <p:nvPr/>
            </p:nvSpPr>
            <p:spPr>
              <a:xfrm>
                <a:off x="555052" y="5595760"/>
                <a:ext cx="885506" cy="137160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bIns="0" rtlCol="0" anchor="ctr" anchorCtr="0"/>
              <a:lstStyle/>
              <a:p>
                <a:r>
                  <a:rPr lang="de-DE" sz="100" noProof="1">
                    <a:latin typeface="Aptos Display" panose="020B0004020202020204" pitchFamily="34" charset="0"/>
                  </a:rPr>
                  <a:t>Switch Mgmt</a:t>
                </a:r>
              </a:p>
            </p:txBody>
          </p:sp>
          <p:sp>
            <p:nvSpPr>
              <p:cNvPr id="124" name="Rectangle 123">
                <a:extLst>
                  <a:ext uri="{FF2B5EF4-FFF2-40B4-BE49-F238E27FC236}">
                    <a16:creationId xmlns:a16="http://schemas.microsoft.com/office/drawing/2014/main" id="{11F225D0-2AC3-CC19-9889-1F82DB6AEF19}"/>
                  </a:ext>
                </a:extLst>
              </p:cNvPr>
              <p:cNvSpPr/>
              <p:nvPr/>
            </p:nvSpPr>
            <p:spPr>
              <a:xfrm>
                <a:off x="555052" y="5423032"/>
                <a:ext cx="885506" cy="137160"/>
              </a:xfrm>
              <a:prstGeom prst="rect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bIns="0" rtlCol="0" anchor="ctr" anchorCtr="0"/>
              <a:lstStyle/>
              <a:p>
                <a:r>
                  <a:rPr lang="de-DE" sz="100" noProof="1">
                    <a:latin typeface="Aptos Display" panose="020B0004020202020204" pitchFamily="34" charset="0"/>
                  </a:rPr>
                  <a:t>Console</a:t>
                </a:r>
              </a:p>
            </p:txBody>
          </p:sp>
          <p:sp>
            <p:nvSpPr>
              <p:cNvPr id="125" name="Rectangle 124">
                <a:extLst>
                  <a:ext uri="{FF2B5EF4-FFF2-40B4-BE49-F238E27FC236}">
                    <a16:creationId xmlns:a16="http://schemas.microsoft.com/office/drawing/2014/main" id="{433BC278-AAA8-584C-FCAF-C1EF1925E2F5}"/>
                  </a:ext>
                </a:extLst>
              </p:cNvPr>
              <p:cNvSpPr/>
              <p:nvPr/>
            </p:nvSpPr>
            <p:spPr>
              <a:xfrm>
                <a:off x="555052" y="2603079"/>
                <a:ext cx="885506" cy="137160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bIns="0" rtlCol="0" anchor="ctr" anchorCtr="0"/>
              <a:lstStyle/>
              <a:p>
                <a:r>
                  <a:rPr lang="de-DE" sz="100" noProof="1">
                    <a:latin typeface="Aptos Display" panose="020B0004020202020204" pitchFamily="34" charset="0"/>
                  </a:rPr>
                  <a:t>Switch ToR</a:t>
                </a:r>
              </a:p>
            </p:txBody>
          </p:sp>
          <p:sp>
            <p:nvSpPr>
              <p:cNvPr id="126" name="Rectangle 125">
                <a:extLst>
                  <a:ext uri="{FF2B5EF4-FFF2-40B4-BE49-F238E27FC236}">
                    <a16:creationId xmlns:a16="http://schemas.microsoft.com/office/drawing/2014/main" id="{10B4515C-D204-E65A-EEF5-62693E9AE7CE}"/>
                  </a:ext>
                </a:extLst>
              </p:cNvPr>
              <p:cNvSpPr/>
              <p:nvPr/>
            </p:nvSpPr>
            <p:spPr>
              <a:xfrm>
                <a:off x="555052" y="2783998"/>
                <a:ext cx="885506" cy="137160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bIns="0" rtlCol="0" anchor="ctr" anchorCtr="0"/>
              <a:lstStyle/>
              <a:p>
                <a:r>
                  <a:rPr lang="de-DE" sz="100" noProof="1">
                    <a:latin typeface="Aptos Display" panose="020B0004020202020204" pitchFamily="34" charset="0"/>
                  </a:rPr>
                  <a:t>Switch ToR</a:t>
                </a:r>
              </a:p>
            </p:txBody>
          </p:sp>
          <p:sp>
            <p:nvSpPr>
              <p:cNvPr id="127" name="Rectangle 126">
                <a:extLst>
                  <a:ext uri="{FF2B5EF4-FFF2-40B4-BE49-F238E27FC236}">
                    <a16:creationId xmlns:a16="http://schemas.microsoft.com/office/drawing/2014/main" id="{40F87D0D-696A-858A-4005-1211A1E010DA}"/>
                  </a:ext>
                </a:extLst>
              </p:cNvPr>
              <p:cNvSpPr/>
              <p:nvPr/>
            </p:nvSpPr>
            <p:spPr>
              <a:xfrm>
                <a:off x="555052" y="2964917"/>
                <a:ext cx="885506" cy="137160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bIns="0" rtlCol="0" anchor="ctr" anchorCtr="0"/>
              <a:lstStyle/>
              <a:p>
                <a:r>
                  <a:rPr lang="de-DE" sz="100" noProof="1">
                    <a:latin typeface="Aptos Display" panose="020B0004020202020204" pitchFamily="34" charset="0"/>
                  </a:rPr>
                  <a:t>Switch Tor</a:t>
                </a:r>
              </a:p>
            </p:txBody>
          </p:sp>
          <p:grpSp>
            <p:nvGrpSpPr>
              <p:cNvPr id="128" name="Group 127">
                <a:extLst>
                  <a:ext uri="{FF2B5EF4-FFF2-40B4-BE49-F238E27FC236}">
                    <a16:creationId xmlns:a16="http://schemas.microsoft.com/office/drawing/2014/main" id="{8A35B9C8-2FED-5769-F58F-D2109F472139}"/>
                  </a:ext>
                </a:extLst>
              </p:cNvPr>
              <p:cNvGrpSpPr/>
              <p:nvPr/>
            </p:nvGrpSpPr>
            <p:grpSpPr>
              <a:xfrm>
                <a:off x="555052" y="2395780"/>
                <a:ext cx="943260" cy="385933"/>
                <a:chOff x="555052" y="2395780"/>
                <a:chExt cx="943260" cy="385933"/>
              </a:xfrm>
            </p:grpSpPr>
            <p:sp>
              <p:nvSpPr>
                <p:cNvPr id="130" name="Rectangle 129">
                  <a:extLst>
                    <a:ext uri="{FF2B5EF4-FFF2-40B4-BE49-F238E27FC236}">
                      <a16:creationId xmlns:a16="http://schemas.microsoft.com/office/drawing/2014/main" id="{4C6F20A7-43F3-408A-41EE-63F6823BA8CC}"/>
                    </a:ext>
                  </a:extLst>
                </p:cNvPr>
                <p:cNvSpPr/>
                <p:nvPr/>
              </p:nvSpPr>
              <p:spPr>
                <a:xfrm>
                  <a:off x="555052" y="2422160"/>
                  <a:ext cx="885506" cy="137160"/>
                </a:xfrm>
                <a:prstGeom prst="rect">
                  <a:avLst/>
                </a:prstGeom>
                <a:solidFill>
                  <a:schemeClr val="bg2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0" bIns="0" rtlCol="0" anchor="ctr" anchorCtr="0"/>
                <a:lstStyle/>
                <a:p>
                  <a:r>
                    <a:rPr lang="de-DE" sz="100" noProof="1">
                      <a:latin typeface="Aptos Display" panose="020B0004020202020204" pitchFamily="34" charset="0"/>
                    </a:rPr>
                    <a:t>TOR</a:t>
                  </a:r>
                </a:p>
              </p:txBody>
            </p:sp>
            <p:sp>
              <p:nvSpPr>
                <p:cNvPr id="131" name="TextBox 130">
                  <a:extLst>
                    <a:ext uri="{FF2B5EF4-FFF2-40B4-BE49-F238E27FC236}">
                      <a16:creationId xmlns:a16="http://schemas.microsoft.com/office/drawing/2014/main" id="{7BEEC822-54B2-B0CF-C02F-F7A0659254D9}"/>
                    </a:ext>
                  </a:extLst>
                </p:cNvPr>
                <p:cNvSpPr txBox="1"/>
                <p:nvPr/>
              </p:nvSpPr>
              <p:spPr>
                <a:xfrm>
                  <a:off x="902596" y="2395780"/>
                  <a:ext cx="595716" cy="38593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r">
                    <a:lnSpc>
                      <a:spcPts val="380"/>
                    </a:lnSpc>
                  </a:pPr>
                  <a:r>
                    <a:rPr lang="de-DE" sz="100" b="1" noProof="1">
                      <a:solidFill>
                        <a:schemeClr val="bg1"/>
                      </a:solidFill>
                      <a:latin typeface="Aptos Display" panose="020B0004020202020204" pitchFamily="34" charset="0"/>
                    </a:rPr>
                    <a:t>Cisco</a:t>
                  </a:r>
                  <a:br>
                    <a:rPr lang="de-DE" sz="100" noProof="1">
                      <a:solidFill>
                        <a:schemeClr val="bg1"/>
                      </a:solidFill>
                      <a:latin typeface="Aptos Display" panose="020B0004020202020204" pitchFamily="34" charset="0"/>
                    </a:rPr>
                  </a:br>
                  <a:r>
                    <a:rPr lang="de-DE" sz="100" noProof="1">
                      <a:solidFill>
                        <a:schemeClr val="bg1"/>
                      </a:solidFill>
                      <a:latin typeface="Aptos Display" panose="020B0004020202020204" pitchFamily="34" charset="0"/>
                    </a:rPr>
                    <a:t>N9K-C9336C-FX2</a:t>
                  </a:r>
                </a:p>
              </p:txBody>
            </p:sp>
          </p:grpSp>
          <p:sp>
            <p:nvSpPr>
              <p:cNvPr id="129" name="Rectangle 128">
                <a:extLst>
                  <a:ext uri="{FF2B5EF4-FFF2-40B4-BE49-F238E27FC236}">
                    <a16:creationId xmlns:a16="http://schemas.microsoft.com/office/drawing/2014/main" id="{C9857024-3346-0BD6-43E8-FFD4DEA79D19}"/>
                  </a:ext>
                </a:extLst>
              </p:cNvPr>
              <p:cNvSpPr/>
              <p:nvPr/>
            </p:nvSpPr>
            <p:spPr>
              <a:xfrm>
                <a:off x="565506" y="2423950"/>
                <a:ext cx="885506" cy="137160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bIns="0" rtlCol="0" anchor="ctr" anchorCtr="0"/>
              <a:lstStyle/>
              <a:p>
                <a:r>
                  <a:rPr lang="de-DE" sz="100" noProof="1">
                    <a:latin typeface="Aptos Display" panose="020B0004020202020204" pitchFamily="34" charset="0"/>
                  </a:rPr>
                  <a:t>Switch ToR</a:t>
                </a:r>
              </a:p>
            </p:txBody>
          </p:sp>
        </p:grpSp>
        <p:grpSp>
          <p:nvGrpSpPr>
            <p:cNvPr id="75" name="Group 74">
              <a:extLst>
                <a:ext uri="{FF2B5EF4-FFF2-40B4-BE49-F238E27FC236}">
                  <a16:creationId xmlns:a16="http://schemas.microsoft.com/office/drawing/2014/main" id="{9552C745-B501-925B-7E45-3D9888E81A33}"/>
                </a:ext>
              </a:extLst>
            </p:cNvPr>
            <p:cNvGrpSpPr/>
            <p:nvPr/>
          </p:nvGrpSpPr>
          <p:grpSpPr>
            <a:xfrm>
              <a:off x="3212356" y="1465550"/>
              <a:ext cx="1008000" cy="3926900"/>
              <a:chOff x="4778018" y="1868498"/>
              <a:chExt cx="1008000" cy="3926900"/>
            </a:xfrm>
          </p:grpSpPr>
          <p:sp>
            <p:nvSpPr>
              <p:cNvPr id="100" name="Rectangle 99">
                <a:extLst>
                  <a:ext uri="{FF2B5EF4-FFF2-40B4-BE49-F238E27FC236}">
                    <a16:creationId xmlns:a16="http://schemas.microsoft.com/office/drawing/2014/main" id="{FA7029B0-D420-06C3-FB4B-C7E0F2F3E036}"/>
                  </a:ext>
                </a:extLst>
              </p:cNvPr>
              <p:cNvSpPr/>
              <p:nvPr/>
            </p:nvSpPr>
            <p:spPr>
              <a:xfrm>
                <a:off x="4778018" y="1868498"/>
                <a:ext cx="1008000" cy="39269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ctr"/>
                <a:r>
                  <a:rPr lang="de-DE" sz="500" b="1" noProof="1">
                    <a:latin typeface="Aptos Display" panose="020B0004020202020204" pitchFamily="34" charset="0"/>
                  </a:rPr>
                  <a:t>Control</a:t>
                </a:r>
                <a:br>
                  <a:rPr lang="de-DE" sz="500" b="1" noProof="1">
                    <a:latin typeface="Aptos Display" panose="020B0004020202020204" pitchFamily="34" charset="0"/>
                  </a:rPr>
                </a:br>
                <a:r>
                  <a:rPr lang="de-DE" sz="100" noProof="1">
                    <a:latin typeface="Aptos Display" panose="020B0004020202020204" pitchFamily="34" charset="0"/>
                  </a:rPr>
                  <a:t>cPod</a:t>
                </a:r>
                <a:endParaRPr lang="de-DE" sz="500" noProof="1">
                  <a:latin typeface="Aptos Display" panose="020B0004020202020204" pitchFamily="34" charset="0"/>
                </a:endParaRPr>
              </a:p>
            </p:txBody>
          </p:sp>
          <p:sp>
            <p:nvSpPr>
              <p:cNvPr id="101" name="Rectangle 100">
                <a:extLst>
                  <a:ext uri="{FF2B5EF4-FFF2-40B4-BE49-F238E27FC236}">
                    <a16:creationId xmlns:a16="http://schemas.microsoft.com/office/drawing/2014/main" id="{E36709C2-21C5-3C30-4E6A-F28E3DF6D479}"/>
                  </a:ext>
                </a:extLst>
              </p:cNvPr>
              <p:cNvSpPr/>
              <p:nvPr/>
            </p:nvSpPr>
            <p:spPr>
              <a:xfrm>
                <a:off x="4835772" y="5595615"/>
                <a:ext cx="885506" cy="137160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bIns="0" rtlCol="0" anchor="ctr" anchorCtr="0"/>
              <a:lstStyle/>
              <a:p>
                <a:r>
                  <a:rPr lang="de-DE" sz="100" noProof="1">
                    <a:latin typeface="Aptos Display" panose="020B0004020202020204" pitchFamily="34" charset="0"/>
                  </a:rPr>
                  <a:t>Switch Mgmt</a:t>
                </a:r>
              </a:p>
            </p:txBody>
          </p:sp>
          <p:sp>
            <p:nvSpPr>
              <p:cNvPr id="102" name="Rectangle 101">
                <a:extLst>
                  <a:ext uri="{FF2B5EF4-FFF2-40B4-BE49-F238E27FC236}">
                    <a16:creationId xmlns:a16="http://schemas.microsoft.com/office/drawing/2014/main" id="{BF41F6D1-A150-DC28-D24B-DD4AF00F7B5F}"/>
                  </a:ext>
                </a:extLst>
              </p:cNvPr>
              <p:cNvSpPr/>
              <p:nvPr/>
            </p:nvSpPr>
            <p:spPr>
              <a:xfrm>
                <a:off x="4835772" y="2408834"/>
                <a:ext cx="885506" cy="137160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bIns="0" rtlCol="0" anchor="ctr" anchorCtr="0"/>
              <a:lstStyle/>
              <a:p>
                <a:r>
                  <a:rPr lang="de-DE" sz="100" noProof="1">
                    <a:latin typeface="Aptos Display" panose="020B0004020202020204" pitchFamily="34" charset="0"/>
                  </a:rPr>
                  <a:t>Switch ToR</a:t>
                </a:r>
              </a:p>
            </p:txBody>
          </p:sp>
          <p:sp>
            <p:nvSpPr>
              <p:cNvPr id="103" name="Rectangle 102">
                <a:extLst>
                  <a:ext uri="{FF2B5EF4-FFF2-40B4-BE49-F238E27FC236}">
                    <a16:creationId xmlns:a16="http://schemas.microsoft.com/office/drawing/2014/main" id="{19A644FB-9C04-41DE-5939-2E105E42D50E}"/>
                  </a:ext>
                </a:extLst>
              </p:cNvPr>
              <p:cNvSpPr/>
              <p:nvPr/>
            </p:nvSpPr>
            <p:spPr>
              <a:xfrm>
                <a:off x="4835772" y="2596292"/>
                <a:ext cx="885506" cy="137160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bIns="0" rtlCol="0" anchor="ctr" anchorCtr="0"/>
              <a:lstStyle/>
              <a:p>
                <a:r>
                  <a:rPr lang="de-DE" sz="100" noProof="1">
                    <a:latin typeface="Aptos Display" panose="020B0004020202020204" pitchFamily="34" charset="0"/>
                  </a:rPr>
                  <a:t>Switch ToR</a:t>
                </a:r>
              </a:p>
            </p:txBody>
          </p:sp>
          <p:sp>
            <p:nvSpPr>
              <p:cNvPr id="104" name="Rectangle 103">
                <a:extLst>
                  <a:ext uri="{FF2B5EF4-FFF2-40B4-BE49-F238E27FC236}">
                    <a16:creationId xmlns:a16="http://schemas.microsoft.com/office/drawing/2014/main" id="{6B20B189-A603-628B-D0CA-DB15C4E115AD}"/>
                  </a:ext>
                </a:extLst>
              </p:cNvPr>
              <p:cNvSpPr/>
              <p:nvPr/>
            </p:nvSpPr>
            <p:spPr>
              <a:xfrm>
                <a:off x="4835772" y="2783750"/>
                <a:ext cx="885506" cy="137160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bIns="0" rtlCol="0" anchor="ctr" anchorCtr="0"/>
              <a:lstStyle/>
              <a:p>
                <a:r>
                  <a:rPr lang="de-DE" sz="100" noProof="1">
                    <a:latin typeface="Aptos Display" panose="020B0004020202020204" pitchFamily="34" charset="0"/>
                  </a:rPr>
                  <a:t>Compute</a:t>
                </a:r>
              </a:p>
            </p:txBody>
          </p:sp>
          <p:sp>
            <p:nvSpPr>
              <p:cNvPr id="105" name="Rectangle 104">
                <a:extLst>
                  <a:ext uri="{FF2B5EF4-FFF2-40B4-BE49-F238E27FC236}">
                    <a16:creationId xmlns:a16="http://schemas.microsoft.com/office/drawing/2014/main" id="{C38BF6D5-D2D8-B4DA-2171-1610BFFB6669}"/>
                  </a:ext>
                </a:extLst>
              </p:cNvPr>
              <p:cNvSpPr/>
              <p:nvPr/>
            </p:nvSpPr>
            <p:spPr>
              <a:xfrm>
                <a:off x="4835772" y="3158666"/>
                <a:ext cx="885506" cy="137160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bIns="0" rtlCol="0" anchor="ctr" anchorCtr="0"/>
              <a:lstStyle/>
              <a:p>
                <a:r>
                  <a:rPr lang="de-DE" sz="100" noProof="1">
                    <a:latin typeface="Aptos Display" panose="020B0004020202020204" pitchFamily="34" charset="0"/>
                  </a:rPr>
                  <a:t>Compute</a:t>
                </a:r>
              </a:p>
            </p:txBody>
          </p:sp>
          <p:sp>
            <p:nvSpPr>
              <p:cNvPr id="106" name="Rectangle 105">
                <a:extLst>
                  <a:ext uri="{FF2B5EF4-FFF2-40B4-BE49-F238E27FC236}">
                    <a16:creationId xmlns:a16="http://schemas.microsoft.com/office/drawing/2014/main" id="{6F2B0A5E-2D83-A914-B53C-73BF8EF083C1}"/>
                  </a:ext>
                </a:extLst>
              </p:cNvPr>
              <p:cNvSpPr/>
              <p:nvPr/>
            </p:nvSpPr>
            <p:spPr>
              <a:xfrm>
                <a:off x="4835772" y="2971208"/>
                <a:ext cx="885506" cy="137160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bIns="0" rtlCol="0" anchor="ctr" anchorCtr="0"/>
              <a:lstStyle/>
              <a:p>
                <a:r>
                  <a:rPr lang="de-DE" sz="100" noProof="1">
                    <a:latin typeface="Aptos Display" panose="020B0004020202020204" pitchFamily="34" charset="0"/>
                  </a:rPr>
                  <a:t>Compute</a:t>
                </a:r>
              </a:p>
            </p:txBody>
          </p:sp>
          <p:sp>
            <p:nvSpPr>
              <p:cNvPr id="107" name="Rectangle 106">
                <a:extLst>
                  <a:ext uri="{FF2B5EF4-FFF2-40B4-BE49-F238E27FC236}">
                    <a16:creationId xmlns:a16="http://schemas.microsoft.com/office/drawing/2014/main" id="{E94E4D60-F412-87B7-0EB4-8F0FB0DE2DA9}"/>
                  </a:ext>
                </a:extLst>
              </p:cNvPr>
              <p:cNvSpPr/>
              <p:nvPr/>
            </p:nvSpPr>
            <p:spPr>
              <a:xfrm>
                <a:off x="4835772" y="3346124"/>
                <a:ext cx="885506" cy="137160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bIns="0" rtlCol="0" anchor="ctr" anchorCtr="0"/>
              <a:lstStyle/>
              <a:p>
                <a:r>
                  <a:rPr lang="de-DE" sz="100" noProof="1">
                    <a:latin typeface="Aptos Display" panose="020B0004020202020204" pitchFamily="34" charset="0"/>
                  </a:rPr>
                  <a:t>Compute</a:t>
                </a:r>
              </a:p>
            </p:txBody>
          </p:sp>
          <p:sp>
            <p:nvSpPr>
              <p:cNvPr id="108" name="Rectangle 107">
                <a:extLst>
                  <a:ext uri="{FF2B5EF4-FFF2-40B4-BE49-F238E27FC236}">
                    <a16:creationId xmlns:a16="http://schemas.microsoft.com/office/drawing/2014/main" id="{5F38CC67-5D11-082B-36F7-C9FA73E0F389}"/>
                  </a:ext>
                </a:extLst>
              </p:cNvPr>
              <p:cNvSpPr/>
              <p:nvPr/>
            </p:nvSpPr>
            <p:spPr>
              <a:xfrm>
                <a:off x="4835772" y="3533582"/>
                <a:ext cx="885506" cy="137160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bIns="0" rtlCol="0" anchor="ctr" anchorCtr="0"/>
              <a:lstStyle/>
              <a:p>
                <a:r>
                  <a:rPr lang="de-DE" sz="100" noProof="1">
                    <a:latin typeface="Aptos Display" panose="020B0004020202020204" pitchFamily="34" charset="0"/>
                  </a:rPr>
                  <a:t>Compute</a:t>
                </a:r>
              </a:p>
            </p:txBody>
          </p:sp>
          <p:sp>
            <p:nvSpPr>
              <p:cNvPr id="109" name="Rectangle 108">
                <a:extLst>
                  <a:ext uri="{FF2B5EF4-FFF2-40B4-BE49-F238E27FC236}">
                    <a16:creationId xmlns:a16="http://schemas.microsoft.com/office/drawing/2014/main" id="{A591590B-E641-EE09-0E28-9F1AB3CA6E76}"/>
                  </a:ext>
                </a:extLst>
              </p:cNvPr>
              <p:cNvSpPr/>
              <p:nvPr/>
            </p:nvSpPr>
            <p:spPr>
              <a:xfrm>
                <a:off x="4835772" y="3721040"/>
                <a:ext cx="885506" cy="137160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bIns="0" rtlCol="0" anchor="ctr" anchorCtr="0"/>
              <a:lstStyle/>
              <a:p>
                <a:r>
                  <a:rPr lang="de-DE" sz="100" noProof="1">
                    <a:latin typeface="Aptos Display" panose="020B0004020202020204" pitchFamily="34" charset="0"/>
                  </a:rPr>
                  <a:t>Compute</a:t>
                </a:r>
              </a:p>
            </p:txBody>
          </p:sp>
          <p:sp>
            <p:nvSpPr>
              <p:cNvPr id="110" name="Rectangle 109">
                <a:extLst>
                  <a:ext uri="{FF2B5EF4-FFF2-40B4-BE49-F238E27FC236}">
                    <a16:creationId xmlns:a16="http://schemas.microsoft.com/office/drawing/2014/main" id="{D636BF8D-2057-407C-53EA-0790CF607546}"/>
                  </a:ext>
                </a:extLst>
              </p:cNvPr>
              <p:cNvSpPr/>
              <p:nvPr/>
            </p:nvSpPr>
            <p:spPr>
              <a:xfrm>
                <a:off x="4835772" y="3908498"/>
                <a:ext cx="885506" cy="137160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bIns="0" rtlCol="0" anchor="ctr" anchorCtr="0"/>
              <a:lstStyle/>
              <a:p>
                <a:r>
                  <a:rPr lang="de-DE" sz="100" noProof="1">
                    <a:latin typeface="Aptos Display" panose="020B0004020202020204" pitchFamily="34" charset="0"/>
                  </a:rPr>
                  <a:t>Compute</a:t>
                </a:r>
              </a:p>
            </p:txBody>
          </p:sp>
          <p:sp>
            <p:nvSpPr>
              <p:cNvPr id="111" name="Rectangle 110">
                <a:extLst>
                  <a:ext uri="{FF2B5EF4-FFF2-40B4-BE49-F238E27FC236}">
                    <a16:creationId xmlns:a16="http://schemas.microsoft.com/office/drawing/2014/main" id="{62B3BE08-1BCD-0D25-4DED-73DFC120CC1E}"/>
                  </a:ext>
                </a:extLst>
              </p:cNvPr>
              <p:cNvSpPr/>
              <p:nvPr/>
            </p:nvSpPr>
            <p:spPr>
              <a:xfrm>
                <a:off x="4835772" y="4095956"/>
                <a:ext cx="885506" cy="137160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bIns="0" rtlCol="0" anchor="ctr" anchorCtr="0"/>
              <a:lstStyle/>
              <a:p>
                <a:r>
                  <a:rPr lang="de-DE" sz="100" noProof="1">
                    <a:latin typeface="Aptos Display" panose="020B0004020202020204" pitchFamily="34" charset="0"/>
                  </a:rPr>
                  <a:t>Compute</a:t>
                </a:r>
              </a:p>
            </p:txBody>
          </p:sp>
          <p:sp>
            <p:nvSpPr>
              <p:cNvPr id="112" name="Rectangle 111">
                <a:extLst>
                  <a:ext uri="{FF2B5EF4-FFF2-40B4-BE49-F238E27FC236}">
                    <a16:creationId xmlns:a16="http://schemas.microsoft.com/office/drawing/2014/main" id="{AF20203A-E144-3E85-B921-AA8C4E5BCA29}"/>
                  </a:ext>
                </a:extLst>
              </p:cNvPr>
              <p:cNvSpPr/>
              <p:nvPr/>
            </p:nvSpPr>
            <p:spPr>
              <a:xfrm>
                <a:off x="4835772" y="4283414"/>
                <a:ext cx="885506" cy="137160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bIns="0" rtlCol="0" anchor="ctr" anchorCtr="0"/>
              <a:lstStyle/>
              <a:p>
                <a:r>
                  <a:rPr lang="de-DE" sz="100" noProof="1">
                    <a:latin typeface="Aptos Display" panose="020B0004020202020204" pitchFamily="34" charset="0"/>
                  </a:rPr>
                  <a:t>Compute</a:t>
                </a:r>
              </a:p>
            </p:txBody>
          </p:sp>
          <p:sp>
            <p:nvSpPr>
              <p:cNvPr id="113" name="Rectangle 112">
                <a:extLst>
                  <a:ext uri="{FF2B5EF4-FFF2-40B4-BE49-F238E27FC236}">
                    <a16:creationId xmlns:a16="http://schemas.microsoft.com/office/drawing/2014/main" id="{7E42ED24-7FDE-0846-5454-C7D525C04519}"/>
                  </a:ext>
                </a:extLst>
              </p:cNvPr>
              <p:cNvSpPr/>
              <p:nvPr/>
            </p:nvSpPr>
            <p:spPr>
              <a:xfrm>
                <a:off x="4835772" y="4470872"/>
                <a:ext cx="885506" cy="137160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bIns="0" rtlCol="0" anchor="ctr" anchorCtr="0"/>
              <a:lstStyle/>
              <a:p>
                <a:r>
                  <a:rPr lang="de-DE" sz="100" noProof="1">
                    <a:latin typeface="Aptos Display" panose="020B0004020202020204" pitchFamily="34" charset="0"/>
                  </a:rPr>
                  <a:t>Compute</a:t>
                </a:r>
              </a:p>
            </p:txBody>
          </p:sp>
          <p:sp>
            <p:nvSpPr>
              <p:cNvPr id="114" name="Rectangle 113">
                <a:extLst>
                  <a:ext uri="{FF2B5EF4-FFF2-40B4-BE49-F238E27FC236}">
                    <a16:creationId xmlns:a16="http://schemas.microsoft.com/office/drawing/2014/main" id="{021CB760-9BD9-B401-61B6-E6078487B499}"/>
                  </a:ext>
                </a:extLst>
              </p:cNvPr>
              <p:cNvSpPr/>
              <p:nvPr/>
            </p:nvSpPr>
            <p:spPr>
              <a:xfrm>
                <a:off x="4835772" y="4658330"/>
                <a:ext cx="885506" cy="137160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bIns="0" rtlCol="0" anchor="ctr" anchorCtr="0"/>
              <a:lstStyle/>
              <a:p>
                <a:r>
                  <a:rPr lang="de-DE" sz="100" noProof="1">
                    <a:latin typeface="Aptos Display" panose="020B0004020202020204" pitchFamily="34" charset="0"/>
                  </a:rPr>
                  <a:t>Compute</a:t>
                </a:r>
              </a:p>
            </p:txBody>
          </p:sp>
          <p:sp>
            <p:nvSpPr>
              <p:cNvPr id="115" name="Rectangle 114">
                <a:extLst>
                  <a:ext uri="{FF2B5EF4-FFF2-40B4-BE49-F238E27FC236}">
                    <a16:creationId xmlns:a16="http://schemas.microsoft.com/office/drawing/2014/main" id="{68AFF802-B9B1-AC81-75C9-55D0A8347151}"/>
                  </a:ext>
                </a:extLst>
              </p:cNvPr>
              <p:cNvSpPr/>
              <p:nvPr/>
            </p:nvSpPr>
            <p:spPr>
              <a:xfrm>
                <a:off x="4835772" y="4845788"/>
                <a:ext cx="885506" cy="137160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bIns="0" rtlCol="0" anchor="ctr" anchorCtr="0"/>
              <a:lstStyle/>
              <a:p>
                <a:r>
                  <a:rPr lang="de-DE" sz="100" noProof="1">
                    <a:latin typeface="Aptos Display" panose="020B0004020202020204" pitchFamily="34" charset="0"/>
                  </a:rPr>
                  <a:t>Compute</a:t>
                </a:r>
              </a:p>
            </p:txBody>
          </p:sp>
          <p:sp>
            <p:nvSpPr>
              <p:cNvPr id="116" name="Rectangle 115">
                <a:extLst>
                  <a:ext uri="{FF2B5EF4-FFF2-40B4-BE49-F238E27FC236}">
                    <a16:creationId xmlns:a16="http://schemas.microsoft.com/office/drawing/2014/main" id="{4E2EA8CA-E957-05A2-C274-25BE1C356AEE}"/>
                  </a:ext>
                </a:extLst>
              </p:cNvPr>
              <p:cNvSpPr/>
              <p:nvPr/>
            </p:nvSpPr>
            <p:spPr>
              <a:xfrm>
                <a:off x="4835772" y="5033246"/>
                <a:ext cx="885506" cy="137160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bIns="0" rtlCol="0" anchor="ctr" anchorCtr="0"/>
              <a:lstStyle/>
              <a:p>
                <a:r>
                  <a:rPr lang="de-DE" sz="100" noProof="1">
                    <a:latin typeface="Aptos Display" panose="020B0004020202020204" pitchFamily="34" charset="0"/>
                  </a:rPr>
                  <a:t>Compute</a:t>
                </a:r>
              </a:p>
            </p:txBody>
          </p:sp>
          <p:sp>
            <p:nvSpPr>
              <p:cNvPr id="117" name="Rectangle 116">
                <a:extLst>
                  <a:ext uri="{FF2B5EF4-FFF2-40B4-BE49-F238E27FC236}">
                    <a16:creationId xmlns:a16="http://schemas.microsoft.com/office/drawing/2014/main" id="{608AC698-F117-F797-4DDF-FDB88CC48318}"/>
                  </a:ext>
                </a:extLst>
              </p:cNvPr>
              <p:cNvSpPr/>
              <p:nvPr/>
            </p:nvSpPr>
            <p:spPr>
              <a:xfrm>
                <a:off x="4835772" y="5220704"/>
                <a:ext cx="885506" cy="137160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bIns="0" rtlCol="0" anchor="ctr" anchorCtr="0"/>
              <a:lstStyle/>
              <a:p>
                <a:r>
                  <a:rPr lang="de-DE" sz="100" noProof="1">
                    <a:latin typeface="Aptos Display" panose="020B0004020202020204" pitchFamily="34" charset="0"/>
                  </a:rPr>
                  <a:t>Compute</a:t>
                </a:r>
              </a:p>
            </p:txBody>
          </p:sp>
        </p:grpSp>
        <p:sp>
          <p:nvSpPr>
            <p:cNvPr id="76" name="Left-right Arrow 97">
              <a:extLst>
                <a:ext uri="{FF2B5EF4-FFF2-40B4-BE49-F238E27FC236}">
                  <a16:creationId xmlns:a16="http://schemas.microsoft.com/office/drawing/2014/main" id="{79AA8CBE-B494-0EF5-D320-067CC3E046B6}"/>
                </a:ext>
              </a:extLst>
            </p:cNvPr>
            <p:cNvSpPr/>
            <p:nvPr/>
          </p:nvSpPr>
          <p:spPr bwMode="gray">
            <a:xfrm>
              <a:off x="2119304" y="5543588"/>
              <a:ext cx="2101052" cy="320565"/>
            </a:xfrm>
            <a:prstGeom prst="leftRightArrow">
              <a:avLst/>
            </a:prstGeom>
            <a:solidFill>
              <a:schemeClr val="bg2">
                <a:lumMod val="20000"/>
                <a:lumOff val="80000"/>
              </a:schemeClr>
            </a:solidFill>
            <a:ln w="25400" algn="ctr">
              <a:noFill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R="0" algn="ctr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tabLst/>
              </a:pPr>
              <a:r>
                <a:rPr kumimoji="0" lang="de-DE" sz="100" b="1" i="0" u="none" strike="noStrike" kern="0" cap="none" spc="0" normalizeH="0" baseline="0" noProof="1">
                  <a:ln>
                    <a:noFill/>
                  </a:ln>
                  <a:solidFill>
                    <a:schemeClr val="tx2">
                      <a:lumMod val="50000"/>
                    </a:schemeClr>
                  </a:solidFill>
                  <a:effectLst/>
                  <a:uLnTx/>
                  <a:uFillTx/>
                  <a:latin typeface="+mn-lt"/>
                  <a:ea typeface="Arial Unicode MS" pitchFamily="34" charset="-128"/>
                  <a:cs typeface="Arial Unicode MS" pitchFamily="34" charset="-128"/>
                </a:rPr>
                <a:t>1x per site</a:t>
              </a:r>
            </a:p>
          </p:txBody>
        </p:sp>
        <p:sp>
          <p:nvSpPr>
            <p:cNvPr id="77" name="Left-right Arrow 98">
              <a:extLst>
                <a:ext uri="{FF2B5EF4-FFF2-40B4-BE49-F238E27FC236}">
                  <a16:creationId xmlns:a16="http://schemas.microsoft.com/office/drawing/2014/main" id="{2298F837-5BC1-A0FE-B818-757A16E91465}"/>
                </a:ext>
              </a:extLst>
            </p:cNvPr>
            <p:cNvSpPr/>
            <p:nvPr/>
          </p:nvSpPr>
          <p:spPr bwMode="gray">
            <a:xfrm>
              <a:off x="5545338" y="5540646"/>
              <a:ext cx="5333687" cy="320565"/>
            </a:xfrm>
            <a:prstGeom prst="leftRightArrow">
              <a:avLst/>
            </a:prstGeom>
            <a:solidFill>
              <a:schemeClr val="bg2">
                <a:lumMod val="20000"/>
                <a:lumOff val="80000"/>
              </a:schemeClr>
            </a:solidFill>
            <a:ln w="25400" algn="ctr">
              <a:noFill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R="0" algn="ctr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tabLst/>
              </a:pPr>
              <a:r>
                <a:rPr kumimoji="0" lang="de-DE" sz="100" b="1" i="0" u="none" strike="noStrike" kern="0" cap="none" spc="0" normalizeH="0" baseline="0" noProof="1">
                  <a:ln>
                    <a:noFill/>
                  </a:ln>
                  <a:solidFill>
                    <a:schemeClr val="tx2">
                      <a:lumMod val="50000"/>
                    </a:schemeClr>
                  </a:solidFill>
                  <a:effectLst/>
                  <a:uLnTx/>
                  <a:uFillTx/>
                  <a:latin typeface="+mn-lt"/>
                  <a:ea typeface="Arial Unicode MS" pitchFamily="34" charset="-128"/>
                  <a:cs typeface="Arial Unicode MS" pitchFamily="34" charset="-128"/>
                </a:rPr>
                <a:t>1+ scale on demand</a:t>
              </a:r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DD91A5C4-8F28-DF07-3A51-0B2EEB827FF7}"/>
                </a:ext>
              </a:extLst>
            </p:cNvPr>
            <p:cNvSpPr/>
            <p:nvPr/>
          </p:nvSpPr>
          <p:spPr bwMode="gray">
            <a:xfrm>
              <a:off x="1822037" y="1137138"/>
              <a:ext cx="9490734" cy="5240216"/>
            </a:xfrm>
            <a:prstGeom prst="rect">
              <a:avLst/>
            </a:prstGeom>
            <a:noFill/>
            <a:ln w="254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90000" tIns="72000" rIns="90000" bIns="72000" rtlCol="0" anchor="b"/>
            <a:lstStyle/>
            <a:p>
              <a:pPr marR="0" algn="ctr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tabLst/>
              </a:pPr>
              <a:endParaRPr kumimoji="0" lang="en-US" sz="3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Arial Unicode MS" pitchFamily="34" charset="-128"/>
                <a:cs typeface="Arial Unicode MS" pitchFamily="34" charset="-128"/>
              </a:endParaRPr>
            </a:p>
          </p:txBody>
        </p:sp>
      </p:grpSp>
      <p:sp>
        <p:nvSpPr>
          <p:cNvPr id="200" name="Rectangle 199">
            <a:extLst>
              <a:ext uri="{FF2B5EF4-FFF2-40B4-BE49-F238E27FC236}">
                <a16:creationId xmlns:a16="http://schemas.microsoft.com/office/drawing/2014/main" id="{DD9ABA68-FF41-0EB3-C622-47DA9C27593E}"/>
              </a:ext>
            </a:extLst>
          </p:cNvPr>
          <p:cNvSpPr/>
          <p:nvPr/>
        </p:nvSpPr>
        <p:spPr bwMode="gray">
          <a:xfrm>
            <a:off x="5623990" y="4509336"/>
            <a:ext cx="1409856" cy="527538"/>
          </a:xfrm>
          <a:prstGeom prst="rect">
            <a:avLst/>
          </a:prstGeom>
          <a:noFill/>
          <a:ln w="25400" algn="ctr">
            <a:solidFill>
              <a:schemeClr val="tx1"/>
            </a:solidFill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Arial Unicode MS" pitchFamily="34" charset="-128"/>
                <a:cs typeface="Arial Unicode MS" pitchFamily="34" charset="-128"/>
              </a:rPr>
              <a:t>Redundancy Management</a:t>
            </a:r>
          </a:p>
        </p:txBody>
      </p:sp>
      <p:sp>
        <p:nvSpPr>
          <p:cNvPr id="205" name="Up-Down Arrow 204">
            <a:extLst>
              <a:ext uri="{FF2B5EF4-FFF2-40B4-BE49-F238E27FC236}">
                <a16:creationId xmlns:a16="http://schemas.microsoft.com/office/drawing/2014/main" id="{CA35B166-49EE-9542-5D62-0C9E10993F53}"/>
              </a:ext>
            </a:extLst>
          </p:cNvPr>
          <p:cNvSpPr/>
          <p:nvPr/>
        </p:nvSpPr>
        <p:spPr bwMode="gray">
          <a:xfrm>
            <a:off x="6108678" y="3777033"/>
            <a:ext cx="280399" cy="619121"/>
          </a:xfrm>
          <a:prstGeom prst="upDownArrow">
            <a:avLst/>
          </a:prstGeom>
          <a:noFill/>
          <a:ln w="25400" algn="ctr">
            <a:solidFill>
              <a:schemeClr val="tx1"/>
            </a:solidFill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+mn-lt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206" name="Up-Down Arrow 205">
            <a:extLst>
              <a:ext uri="{FF2B5EF4-FFF2-40B4-BE49-F238E27FC236}">
                <a16:creationId xmlns:a16="http://schemas.microsoft.com/office/drawing/2014/main" id="{80DFF0CA-6EEA-2C98-D431-C10F24349211}"/>
              </a:ext>
            </a:extLst>
          </p:cNvPr>
          <p:cNvSpPr/>
          <p:nvPr/>
        </p:nvSpPr>
        <p:spPr bwMode="gray">
          <a:xfrm rot="17509257">
            <a:off x="8886017" y="2898765"/>
            <a:ext cx="279733" cy="1011975"/>
          </a:xfrm>
          <a:prstGeom prst="upDownArrow">
            <a:avLst/>
          </a:prstGeom>
          <a:noFill/>
          <a:ln w="25400" algn="ctr">
            <a:solidFill>
              <a:schemeClr val="tx1"/>
            </a:solidFill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+mn-lt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207" name="Up-Down Arrow 206">
            <a:extLst>
              <a:ext uri="{FF2B5EF4-FFF2-40B4-BE49-F238E27FC236}">
                <a16:creationId xmlns:a16="http://schemas.microsoft.com/office/drawing/2014/main" id="{CE45158E-5EFF-3DC5-D6F0-D8E14F09C587}"/>
              </a:ext>
            </a:extLst>
          </p:cNvPr>
          <p:cNvSpPr/>
          <p:nvPr/>
        </p:nvSpPr>
        <p:spPr bwMode="gray">
          <a:xfrm rot="3901536">
            <a:off x="3025431" y="2896442"/>
            <a:ext cx="279733" cy="1011975"/>
          </a:xfrm>
          <a:prstGeom prst="upDownArrow">
            <a:avLst/>
          </a:prstGeom>
          <a:noFill/>
          <a:ln w="25400" algn="ctr">
            <a:solidFill>
              <a:schemeClr val="tx1"/>
            </a:solidFill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+mn-lt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208" name="Up-Down Arrow 207">
            <a:extLst>
              <a:ext uri="{FF2B5EF4-FFF2-40B4-BE49-F238E27FC236}">
                <a16:creationId xmlns:a16="http://schemas.microsoft.com/office/drawing/2014/main" id="{0D8AE716-5BB9-499E-5BCC-AF510D8039C7}"/>
              </a:ext>
            </a:extLst>
          </p:cNvPr>
          <p:cNvSpPr/>
          <p:nvPr/>
        </p:nvSpPr>
        <p:spPr bwMode="gray">
          <a:xfrm rot="5400000">
            <a:off x="6181878" y="5115695"/>
            <a:ext cx="295781" cy="1883425"/>
          </a:xfrm>
          <a:prstGeom prst="upDownArrow">
            <a:avLst/>
          </a:prstGeom>
          <a:noFill/>
          <a:ln w="25400" algn="ctr">
            <a:solidFill>
              <a:schemeClr val="tx1"/>
            </a:solidFill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+mn-lt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209" name="Up-Down Arrow 208">
            <a:extLst>
              <a:ext uri="{FF2B5EF4-FFF2-40B4-BE49-F238E27FC236}">
                <a16:creationId xmlns:a16="http://schemas.microsoft.com/office/drawing/2014/main" id="{B5BDE465-8522-9CC4-407B-37C3ED810FA2}"/>
              </a:ext>
            </a:extLst>
          </p:cNvPr>
          <p:cNvSpPr/>
          <p:nvPr/>
        </p:nvSpPr>
        <p:spPr bwMode="gray">
          <a:xfrm rot="19038151">
            <a:off x="7187642" y="4848548"/>
            <a:ext cx="280399" cy="619121"/>
          </a:xfrm>
          <a:prstGeom prst="upDownArrow">
            <a:avLst/>
          </a:prstGeom>
          <a:noFill/>
          <a:ln w="25400" algn="ctr">
            <a:solidFill>
              <a:schemeClr val="tx1"/>
            </a:solidFill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+mn-lt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210" name="Up-Down Arrow 209">
            <a:extLst>
              <a:ext uri="{FF2B5EF4-FFF2-40B4-BE49-F238E27FC236}">
                <a16:creationId xmlns:a16="http://schemas.microsoft.com/office/drawing/2014/main" id="{F0A82F2D-6129-B195-EC71-FC9780CC047B}"/>
              </a:ext>
            </a:extLst>
          </p:cNvPr>
          <p:cNvSpPr/>
          <p:nvPr/>
        </p:nvSpPr>
        <p:spPr bwMode="gray">
          <a:xfrm rot="2796838">
            <a:off x="5191106" y="4840495"/>
            <a:ext cx="280399" cy="619121"/>
          </a:xfrm>
          <a:prstGeom prst="upDownArrow">
            <a:avLst/>
          </a:prstGeom>
          <a:noFill/>
          <a:ln w="25400" algn="ctr">
            <a:solidFill>
              <a:schemeClr val="tx1"/>
            </a:solidFill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+mn-lt"/>
              <a:ea typeface="Arial Unicode MS" pitchFamily="34" charset="-128"/>
              <a:cs typeface="Arial Unicode MS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491743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AGENDA" val="TOC TOCShowsSubsections Dividers SectionNumber SlideNumber"/>
  <p:tag name="THINKCELLPRESENTATIONDONOTDELETE" val="&lt;?xml version=&quot;1.0&quot; encoding=&quot;UTF-16&quot; standalone=&quot;yes&quot;?&gt;&lt;root reqver=&quot;28224&quot;&gt;&lt;version val=&quot;35270&quot;/&gt;&lt;CPresentation id=&quot;1&quot;&gt;&lt;m_precDefaultNumber&gt;&lt;m_yearfmt&gt;&lt;begin val=&quot;0&quot;/&gt;&lt;end val=&quot;4&quot;/&gt;&lt;/m_yearfmt&gt;&lt;/m_precDefaultNumber&gt;&lt;m_precDefaultPercent&gt;&lt;m_yearfmt&gt;&lt;begin val=&quot;0&quot;/&gt;&lt;end val=&quot;4&quot;/&gt;&lt;/m_yearfmt&gt;&lt;/m_precDefaultPercent&gt;&lt;m_precDefaultDate&gt;&lt;m_bNumberIsYear val=&quot;0&quot;/&gt;&lt;m_strFormatTime&gt;%d/%m/%Y&lt;/m_strFormatTime&gt;&lt;m_yearfmt&gt;&lt;begin val=&quot;0&quot;/&gt;&lt;end val=&quot;0&quot;/&gt;&lt;/m_yearfmt&gt;&lt;/m_precDefaultDate&gt;&lt;m_precDefaultDay&gt;&lt;m_bNumberIsYear val=&quot;0&quot;/&gt;&lt;m_strFormatTime&gt;%#d&lt;/m_strFormatTime&gt;&lt;m_yearfmt&gt;&lt;begin val=&quot;0&quot;/&gt;&lt;end val=&quot;4&quot;/&gt;&lt;/m_yearfmt&gt;&lt;/m_precDefaultDay&gt;&lt;m_precDefaultWeek&gt;&lt;m_bNumberIsYear val=&quot;0&quot;/&gt;&lt;m_strFormatTime&gt;%4&lt;/m_strFormatTime&gt;&lt;m_yearfmt&gt;&lt;begin val=&quot;0&quot;/&gt;&lt;end val=&quot;4&quot;/&gt;&lt;/m_yearfmt&gt;&lt;/m_precDefaultWeek&gt;&lt;m_precDefaultMonth&gt;&lt;m_bNumberIsYear val=&quot;0&quot;/&gt;&lt;m_strFormatTime&gt;%1&lt;/m_strFormatTime&gt;&lt;m_yearfmt&gt;&lt;begin val=&quot;0&quot;/&gt;&lt;end val=&quot;4&quot;/&gt;&lt;/m_yearfmt&gt;&lt;/m_precDefaultMonth&gt;&lt;m_precDefaultQuarter&gt;&lt;m_bNumberIsYear val=&quot;0&quot;/&gt;&lt;m_strFormatTime&gt;Q%5&lt;/m_strFormatTime&gt;&lt;m_yearfmt&gt;&lt;begin val=&quot;0&quot;/&gt;&lt;end val=&quot;4&quot;/&gt;&lt;/m_yearfmt&gt;&lt;/m_precDefaultQuarter&gt;&lt;m_precDefaultYear&gt;&lt;m_bNumberIsYear val=&quot;0&quot;/&gt;&lt;m_strFormatTime&gt;%Y&lt;/m_strFormatTime&gt;&lt;m_yearfmt&gt;&lt;begin val=&quot;0&quot;/&gt;&lt;end val=&quot;0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0&quot;/&gt;&lt;/m_mruColor&gt;&lt;m_eweekdayFirstOfWeek val=&quot;2&quot;/&gt;&lt;m_eweekdayFirstOfWorkweek val=&quot;2&quot;/&gt;&lt;m_eweekdayFirstOfWeekend val=&quot;7&quot;/&gt;&lt;/CPresentation&gt;&lt;/root&gt;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2915f3e2-8299-477b-bc6f-b8374767579c&quot; /&gt;"/>
  <p:tag name="SP_POWERSHAPE" val="&lt;PowerShapeTag ClassVersion=&quot;0&quot; GUID=&quot;482b1744-6a2c-4e40-b634-2f3943210f4d&quot; IsConsolidated=&quot;False&quot; IsTopLevel=&quot;True&quot; Source=&quot;Group 4&quot; Layer=&quot;Group 4&quot; /&gt;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True&quot; Source=&quot;Group 5&quot; Layer=&quot;Group 5&quot; /&gt;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True&quot; Source=&quot;Harvey 8&quot; Layer=&quot;Harvey 8&quot; /&gt;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d5f66dcd-7c8d-4661-849b-23a9587c15e3&quot; /&gt;"/>
  <p:tag name="SP_POWERSHAPE" val="&lt;PowerShapeTag ClassVersion=&quot;0&quot; GUID=&quot;81f1f80b-b882-418d-8bbb-9c38d8d27274&quot; IsConsolidated=&quot;False&quot; IsTopLevel=&quot;True&quot; Layer=&quot;Harvey 100&quot; Source=&quot;Harvey 100&quot; /&gt;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0/100 [0]&quot; Source=&quot;Harvey 100&quot; /&gt;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/100 [1]&quot; Source=&quot;Harvey 100&quot; /&gt;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/100 [2]&quot; Source=&quot;Harvey 100&quot; /&gt;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/100 [3]&quot; Source=&quot;Harvey 100&quot; /&gt;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/100 [4]&quot; Source=&quot;Harvey 100&quot; /&gt;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/100 [5]&quot; Source=&quot;Harvey 100&quot; /&gt;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/100 [6]&quot; Source=&quot;Harvey 100&quot; /&gt;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/100 [7]&quot; Source=&quot;Harvey 100&quot; /&gt;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/100 [8]&quot; Source=&quot;Harvey 100&quot; /&gt;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/100 [9]&quot; Source=&quot;Harvey 100&quot; /&gt;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0/100 [10]&quot; Source=&quot;Harvey 100&quot; /&gt;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1/100 [11]&quot; Source=&quot;Harvey 100&quot; /&gt;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2/100 [12]&quot; Source=&quot;Harvey 100&quot; /&gt;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3/100 [13]&quot; Source=&quot;Harvey 100&quot; /&gt;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4/100 [14]&quot; Source=&quot;Harvey 100&quot; /&gt;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5/100 [15]&quot; Source=&quot;Harvey 100&quot; /&gt;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6/100 [16]&quot; Source=&quot;Harvey 100&quot; /&gt;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7/100 [17]&quot; Source=&quot;Harvey 100&quot; /&gt;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8/100 [18]&quot; Source=&quot;Harvey 100&quot; /&gt;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9/100 [19]&quot; Source=&quot;Harvey 100&quot; /&gt;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0/100 [20]&quot; Source=&quot;Harvey 100&quot; /&gt;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1/100 [21]&quot; Source=&quot;Harvey 100&quot; /&gt;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2/100 [22]&quot; Source=&quot;Harvey 100&quot; /&gt;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3/100 [23]&quot; Source=&quot;Harvey 100&quot; /&gt;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4/100 [24]&quot; Source=&quot;Harvey 100&quot; /&gt;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5/100 [25]&quot; Source=&quot;Harvey 100&quot; /&gt;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6/100 [26]&quot; Source=&quot;Harvey 100&quot; /&gt;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7/100 [27]&quot; Source=&quot;Harvey 100&quot; /&gt;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8/100 [28]&quot; Source=&quot;Harvey 100&quot; /&gt;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9/100 [29]&quot; Source=&quot;Harvey 100&quot; /&gt;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0/100 [30]&quot; Source=&quot;Harvey 100&quot; /&gt;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1/100 [31]&quot; Source=&quot;Harvey 100&quot; /&gt;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2/100 [32]&quot; Source=&quot;Harvey 100&quot; /&gt;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3/100 [33]&quot; Source=&quot;Harvey 100&quot; /&gt;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4/100 [34]&quot; Source=&quot;Harvey 100&quot; /&gt;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5/100 [35]&quot; Source=&quot;Harvey 100&quot; /&gt;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6/100 [36]&quot; Source=&quot;Harvey 100&quot; /&gt;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7/100 [37]&quot; Source=&quot;Harvey 100&quot; /&gt;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8/100 [38]&quot; Source=&quot;Harvey 100&quot; /&gt;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9/100 [39]&quot; Source=&quot;Harvey 100&quot; /&gt;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0/100 [40]&quot; Source=&quot;Harvey 100&quot; /&gt;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1/100 [41]&quot; Source=&quot;Harvey 100&quot; /&gt;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2/100 [42]&quot; Source=&quot;Harvey 100&quot; /&gt;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3/100 [43]&quot; Source=&quot;Harvey 100&quot; /&gt;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4/100 [44]&quot; Source=&quot;Harvey 100&quot; /&gt;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5/100 [45]&quot; Source=&quot;Harvey 100&quot; /&gt;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6/100 [46]&quot; Source=&quot;Harvey 100&quot; /&gt;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7/100 [47]&quot; Source=&quot;Harvey 100&quot; /&gt;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8/100 [48]&quot; Source=&quot;Harvey 100&quot; /&gt;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9/100 [49]&quot; Source=&quot;Harvey 100&quot; /&gt;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0/100 [50]&quot; Source=&quot;Harvey 100&quot; /&gt;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1/100 [51]&quot; Source=&quot;Harvey 100&quot; /&gt;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2/100 [52]&quot; Source=&quot;Harvey 100&quot; /&gt;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3/100 [53]&quot; Source=&quot;Harvey 100&quot; /&gt;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4/100 [54]&quot; Source=&quot;Harvey 100&quot; /&gt;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5/100 [55]&quot; Source=&quot;Harvey 100&quot; /&gt;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6/100 [56]&quot; Source=&quot;Harvey 100&quot; /&gt;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7/100 [57]&quot; Source=&quot;Harvey 100&quot; /&gt;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8/100 [58]&quot; Source=&quot;Harvey 100&quot; /&gt;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9/100 [59]&quot; Source=&quot;Harvey 100&quot; /&gt;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0/100 [60]&quot; Source=&quot;Harvey 100&quot; /&gt;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1/100 [61]&quot; Source=&quot;Harvey 100&quot; /&gt;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2/100 [62]&quot; Source=&quot;Harvey 100&quot; /&gt;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3/100 [63]&quot; Source=&quot;Harvey 100&quot; /&gt;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4/100 [64]&quot; Source=&quot;Harvey 100&quot; /&gt;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5/100 [65]&quot; Source=&quot;Harvey 100&quot; /&gt;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6/100 [66]&quot; Source=&quot;Harvey 100&quot; /&gt;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7/100 [67]&quot; Source=&quot;Harvey 100&quot; /&gt;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8/100 [68]&quot; Source=&quot;Harvey 100&quot; /&gt;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9/100 [69]&quot; Source=&quot;Harvey 100&quot; /&gt;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0/100 [70]&quot; Source=&quot;Harvey 100&quot; /&gt;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1/100 [71]&quot; Source=&quot;Harvey 100&quot; /&gt;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2/100 [72]&quot; Source=&quot;Harvey 100&quot; /&gt;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3/100 [73]&quot; Source=&quot;Harvey 100&quot; /&gt;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4/100 [74]&quot; Source=&quot;Harvey 100&quot; /&gt;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5/100 [75]&quot; Source=&quot;Harvey 100&quot; /&gt;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6/100 [76]&quot; Source=&quot;Harvey 100&quot; /&gt;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7/100 [77]&quot; Source=&quot;Harvey 100&quot; /&gt;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8/100 [78]&quot; Source=&quot;Harvey 100&quot; /&gt;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9/100 [79]&quot; Source=&quot;Harvey 100&quot; /&gt;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0/100 [80]&quot; Source=&quot;Harvey 100&quot; /&gt;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1/100 [81]&quot; Source=&quot;Harvey 100&quot; /&gt;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2/100 [82]&quot; Source=&quot;Harvey 100&quot; /&gt;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3/100 [83]&quot; Source=&quot;Harvey 100&quot; /&gt;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4/100 [84]&quot; Source=&quot;Harvey 100&quot; /&gt;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5/100 [85]&quot; Source=&quot;Harvey 100&quot; /&gt;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6/100 [86]&quot; Source=&quot;Harvey 100&quot; /&gt;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7/100 [87]&quot; Source=&quot;Harvey 100&quot; /&gt;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8/100 [88]&quot; Source=&quot;Harvey 100&quot; /&gt;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9/100 [89]&quot; Source=&quot;Harvey 100&quot; /&gt;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0/100 [90]&quot; Source=&quot;Harvey 100&quot; /&gt;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1/100 [91]&quot; Source=&quot;Harvey 100&quot; /&gt;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2/100 [92]&quot; Source=&quot;Harvey 100&quot; /&gt;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3/100 [93]&quot; Source=&quot;Harvey 100&quot; /&gt;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4/100 [94]&quot; Source=&quot;Harvey 100&quot; /&gt;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5/100 [95]&quot; Source=&quot;Harvey 100&quot; /&gt;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6/100 [96]&quot; Source=&quot;Harvey 100&quot; /&gt;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7/100 [97]&quot; Source=&quot;Harvey 100&quot; /&gt;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8/100 [98]&quot; Source=&quot;Harvey 100&quot; /&gt;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9/100 [99]&quot; Source=&quot;Harvey 100&quot; /&gt;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00/100 [100]&quot; Source=&quot;Harvey 100&quot; /&gt;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0/8 [0]&quot; /&gt;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1/8 [1]&quot; /&gt;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2/8 [2]&quot; /&gt;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3/8 [3]&quot; /&gt;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4/8 [4]&quot; /&gt;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5/8 [5]&quot; /&gt;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6/8 [6]&quot; /&gt;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7/8 [7]&quot; /&gt;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8/8 [8]&quot; /&gt;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False&quot; Source=&quot;Group 5&quot; Layer=&quot;Harvey 0/4 [0]&quot; /&gt;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False&quot; Source=&quot;Group 5&quot; Layer=&quot;Harvey 1/4 [1]&quot; /&gt;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False&quot; Source=&quot;Group 5&quot; Layer=&quot;Harvey 2/4 [2]&quot; /&gt;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False&quot; Source=&quot;Group 5&quot; Layer=&quot;Harvey 3/4 [3]&quot; /&gt;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False&quot; Source=&quot;Group 5&quot; Layer=&quot;Harvey 4/4 [4]&quot; /&gt;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2915f3e2-8299-477b-bc6f-b8374767579c&quot; /&gt;"/>
  <p:tag name="SP_POWERSHAPE" val="&lt;PowerShapeTag ClassVersion=&quot;0&quot; GUID=&quot;482b1744-6a2c-4e40-b634-2f3943210f4d&quot; IsConsolidated=&quot;False&quot; IsTopLevel=&quot;False&quot; Source=&quot;Group 4&quot; Layer=&quot;Harvey 0/3 [0]&quot; /&gt;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2915f3e2-8299-477b-bc6f-b8374767579c&quot; /&gt;"/>
  <p:tag name="SP_POWERSHAPE" val="&lt;PowerShapeTag ClassVersion=&quot;0&quot; GUID=&quot;482b1744-6a2c-4e40-b634-2f3943210f4d&quot; IsConsolidated=&quot;False&quot; IsTopLevel=&quot;False&quot; Source=&quot;Group 4&quot; Layer=&quot;Harvey 1/3 [1]&quot; /&gt;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2915f3e2-8299-477b-bc6f-b8374767579c&quot; /&gt;"/>
  <p:tag name="SP_POWERSHAPE" val="&lt;PowerShapeTag ClassVersion=&quot;0&quot; GUID=&quot;482b1744-6a2c-4e40-b634-2f3943210f4d&quot; IsConsolidated=&quot;False&quot; IsTopLevel=&quot;False&quot; Source=&quot;Group 4&quot; Layer=&quot;Harvey 2/3 [2]&quot; /&gt;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2915f3e2-8299-477b-bc6f-b8374767579c&quot; /&gt;"/>
  <p:tag name="SP_POWERSHAPE" val="&lt;PowerShapeTag ClassVersion=&quot;0&quot; GUID=&quot;482b1744-6a2c-4e40-b634-2f3943210f4d&quot; IsConsolidated=&quot;False&quot; IsTopLevel=&quot;False&quot; Source=&quot;Group 4&quot; Layer=&quot;Harvey 3/3 [3]&quot; /&gt;"/>
</p:tagLst>
</file>

<file path=ppt/theme/theme1.xml><?xml version="1.0" encoding="utf-8"?>
<a:theme xmlns:a="http://schemas.openxmlformats.org/drawingml/2006/main" name="2_SAP Template 2024">
  <a:themeElements>
    <a:clrScheme name="SAP Colors 2023">
      <a:dk1>
        <a:srgbClr val="000000"/>
      </a:dk1>
      <a:lt1>
        <a:srgbClr val="FFFFFF"/>
      </a:lt1>
      <a:dk2>
        <a:srgbClr val="1B90FF"/>
      </a:dk2>
      <a:lt2>
        <a:srgbClr val="89D1FF"/>
      </a:lt2>
      <a:accent1>
        <a:srgbClr val="E76500"/>
      </a:accent1>
      <a:accent2>
        <a:srgbClr val="049F9A"/>
      </a:accent2>
      <a:accent3>
        <a:srgbClr val="36A41D"/>
      </a:accent3>
      <a:accent4>
        <a:srgbClr val="FA4F96"/>
      </a:accent4>
      <a:accent5>
        <a:srgbClr val="F31DED"/>
      </a:accent5>
      <a:accent6>
        <a:srgbClr val="7858FF"/>
      </a:accent6>
      <a:hlink>
        <a:srgbClr val="0070F2"/>
      </a:hlink>
      <a:folHlink>
        <a:srgbClr val="0070F2"/>
      </a:folHlink>
    </a:clrScheme>
    <a:fontScheme name="SAP 2023">
      <a:majorFont>
        <a:latin typeface="72 Brand Medium"/>
        <a:ea typeface=""/>
        <a:cs typeface=""/>
      </a:majorFont>
      <a:minorFont>
        <a:latin typeface="72 Brand"/>
        <a:ea typeface=""/>
        <a:cs typeface="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noFill/>
        <a:ln w="25400" algn="ctr">
          <a:solidFill>
            <a:schemeClr val="tx1"/>
          </a:solidFill>
          <a:miter lim="800000"/>
          <a:headEnd/>
          <a:tailEnd/>
        </a:ln>
      </a:spPr>
      <a:bodyPr lIns="90000" tIns="72000" rIns="90000" bIns="72000" rtlCol="0" anchor="ctr"/>
      <a:lstStyle>
        <a:defPPr marR="0" algn="ctr" defTabSz="91440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>
            <a:srgbClr val="F0AB00"/>
          </a:buClr>
          <a:buSzPct val="80000"/>
          <a:tabLst/>
          <a:defRPr kumimoji="0" sz="1800" b="0" i="0" u="none" strike="noStrike" kern="0" cap="none" spc="0" normalizeH="0" baseline="0" noProof="0" dirty="0" smtClean="0">
            <a:ln>
              <a:noFill/>
            </a:ln>
            <a:effectLst/>
            <a:uLnTx/>
            <a:uFillTx/>
            <a:latin typeface="+mn-lt"/>
            <a:ea typeface="Arial Unicode MS" pitchFamily="34" charset="-128"/>
            <a:cs typeface="Arial Unicode MS" pitchFamily="34" charset="-128"/>
          </a:defRPr>
        </a:defPPr>
      </a:lstStyle>
    </a:spDef>
    <a:lnDef>
      <a:spPr>
        <a:ln w="25400">
          <a:solidFill>
            <a:schemeClr val="tx1"/>
          </a:solidFill>
          <a:headEnd type="none" w="med" len="med"/>
          <a:tailEnd type="none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 fontAlgn="base">
          <a:spcBef>
            <a:spcPct val="50000"/>
          </a:spcBef>
          <a:spcAft>
            <a:spcPct val="0"/>
          </a:spcAft>
          <a:buClr>
            <a:schemeClr val="tx1"/>
          </a:buClr>
          <a:buSzPct val="100000"/>
          <a:defRPr sz="1800" kern="0" dirty="0" err="1" smtClean="0">
            <a:latin typeface="72 Brand" panose="020B0504030603020204" pitchFamily="34" charset="0"/>
            <a:ea typeface="Arial Unicode MS" pitchFamily="34" charset="-128"/>
            <a:cs typeface="Arial Unicode MS" pitchFamily="34" charset="-128"/>
          </a:defRPr>
        </a:defPPr>
      </a:lstStyle>
    </a:txDef>
  </a:objectDefaults>
  <a:extraClrSchemeLst/>
  <a:custClrLst>
    <a:custClr name="Blue 2">
      <a:srgbClr val="D1EFFF"/>
    </a:custClr>
    <a:custClr name="Blue 4">
      <a:srgbClr val="89D1FF"/>
    </a:custClr>
    <a:custClr name="Blue 6">
      <a:srgbClr val="1B90FF"/>
    </a:custClr>
    <a:custClr name="Blue 7">
      <a:srgbClr val="0070F2"/>
    </a:custClr>
    <a:custClr name="Blue 10">
      <a:srgbClr val="002A86"/>
    </a:custClr>
    <a:custClr name="Blue 11">
      <a:srgbClr val="00144A"/>
    </a:custClr>
    <a:custClr name="Mango 2">
      <a:srgbClr val="FFF3B8"/>
    </a:custClr>
    <a:custClr name="Mango 4">
      <a:srgbClr val="FFC933"/>
    </a:custClr>
    <a:custClr name="Mango 6">
      <a:srgbClr val="E76500"/>
    </a:custClr>
    <a:custClr name="Mango 7">
      <a:srgbClr val="C35500"/>
    </a:custClr>
    <a:custClr name="Mango 10">
      <a:srgbClr val="6D1900"/>
    </a:custClr>
    <a:custClr name="Mango 11">
      <a:srgbClr val="450B00"/>
    </a:custClr>
    <a:custClr name="Teal 2">
      <a:srgbClr val="C2FCEE"/>
    </a:custClr>
    <a:custClr name="Teal 4">
      <a:srgbClr val="2CE0BF"/>
    </a:custClr>
    <a:custClr name="Teal 6">
      <a:srgbClr val="049F9A"/>
    </a:custClr>
    <a:custClr name="Teal 7">
      <a:srgbClr val="07838F"/>
    </a:custClr>
    <a:custClr name="Teal 10">
      <a:srgbClr val="02414C"/>
    </a:custClr>
    <a:custClr name="Teal 11">
      <a:srgbClr val="012931"/>
    </a:custClr>
    <a:custClr name="Green 2">
      <a:srgbClr val="EBF5CB"/>
    </a:custClr>
    <a:custClr name="Green 4">
      <a:srgbClr val="97DD40"/>
    </a:custClr>
    <a:custClr name="Green 6">
      <a:srgbClr val="36A41D"/>
    </a:custClr>
    <a:custClr name="Green 7">
      <a:srgbClr val="188918"/>
    </a:custClr>
    <a:custClr name="Green 10">
      <a:srgbClr val="164323"/>
    </a:custClr>
    <a:custClr name="Green 11">
      <a:srgbClr val="0E2B16"/>
    </a:custClr>
    <a:custClr name="Red 2">
      <a:srgbClr val="FFD5EA"/>
    </a:custClr>
    <a:custClr name="Red 4">
      <a:srgbClr val="FF8CB2"/>
    </a:custClr>
    <a:custClr name="Red 6">
      <a:srgbClr val="EE3939"/>
    </a:custClr>
    <a:custClr name="Red 7">
      <a:srgbClr val="D20A0A"/>
    </a:custClr>
    <a:custClr name="Red 10">
      <a:srgbClr val="5A0404"/>
    </a:custClr>
    <a:custClr name="Red 11">
      <a:srgbClr val="350000"/>
    </a:custClr>
    <a:custClr name="Raspberry 2">
      <a:srgbClr val="FFDCE8"/>
    </a:custClr>
    <a:custClr name="Raspberry 4">
      <a:srgbClr val="FEADC8"/>
    </a:custClr>
    <a:custClr name="Raspberry 6">
      <a:srgbClr val="FA4F96"/>
    </a:custClr>
    <a:custClr name="Raspberry 7">
      <a:srgbClr val="DF1278"/>
    </a:custClr>
    <a:custClr name="Raspberry 10">
      <a:srgbClr val="71014B"/>
    </a:custClr>
    <a:custClr name="Raspberry 11">
      <a:srgbClr val="510136"/>
    </a:custClr>
    <a:custClr name="Pink 2">
      <a:srgbClr val="FFDCF3"/>
    </a:custClr>
    <a:custClr name="Pink 4">
      <a:srgbClr val="FF8AF0"/>
    </a:custClr>
    <a:custClr name="Pink 6">
      <a:srgbClr val="F31DED"/>
    </a:custClr>
    <a:custClr name="Pink 7">
      <a:srgbClr val="CC00DC"/>
    </a:custClr>
    <a:custClr name="Pink 10">
      <a:srgbClr val="510080"/>
    </a:custClr>
    <a:custClr name="Pink 11">
      <a:srgbClr val="28004A"/>
    </a:custClr>
    <a:custClr name="Indigo 2">
      <a:srgbClr val="E2D8FF"/>
    </a:custClr>
    <a:custClr name="Indigo 4">
      <a:srgbClr val="B894FF"/>
    </a:custClr>
    <a:custClr name="Indigo 6">
      <a:srgbClr val="7858FF"/>
    </a:custClr>
    <a:custClr name="Indigo 7">
      <a:srgbClr val="5D36FF"/>
    </a:custClr>
    <a:custClr name="Indigo 10">
      <a:srgbClr val="1C0C6E"/>
    </a:custClr>
    <a:custClr name="Indigo 11">
      <a:srgbClr val="0E0637"/>
    </a:custClr>
  </a:custClrLst>
  <a:extLst>
    <a:ext uri="{05A4C25C-085E-4340-85A3-A5531E510DB2}">
      <thm15:themeFamily xmlns:thm15="http://schemas.microsoft.com/office/thememl/2012/main" name="Presentation16" id="{6EE3CE7A-E618-354C-A911-C8B540FBF846}" vid="{D6A1CD9D-FAE1-404C-ADBB-39144CF68697}"/>
    </a:ext>
  </a:extLst>
</a:theme>
</file>

<file path=ppt/theme/theme2.xml><?xml version="1.0" encoding="utf-8"?>
<a:theme xmlns:a="http://schemas.openxmlformats.org/drawingml/2006/main" name="Office Theme">
  <a:themeElements>
    <a:clrScheme name="SAP_Colors2011_1.1">
      <a:dk1>
        <a:srgbClr val="000000"/>
      </a:dk1>
      <a:lt1>
        <a:srgbClr val="FFFFFF"/>
      </a:lt1>
      <a:dk2>
        <a:srgbClr val="0076CB"/>
      </a:dk2>
      <a:lt2>
        <a:srgbClr val="CCCCCC"/>
      </a:lt2>
      <a:accent1>
        <a:srgbClr val="F0AB00"/>
      </a:accent1>
      <a:accent2>
        <a:srgbClr val="666666"/>
      </a:accent2>
      <a:accent3>
        <a:srgbClr val="0076CB"/>
      </a:accent3>
      <a:accent4>
        <a:srgbClr val="4FB81C"/>
      </a:accent4>
      <a:accent5>
        <a:srgbClr val="E35500"/>
      </a:accent5>
      <a:accent6>
        <a:srgbClr val="760A85"/>
      </a:accent6>
      <a:hlink>
        <a:srgbClr val="666666"/>
      </a:hlink>
      <a:folHlink>
        <a:srgbClr val="CCCCCC"/>
      </a:folHlink>
    </a:clrScheme>
    <a:fontScheme name="SAP_Fonts201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custClrLst>
    <a:custClr name="Blue 2">
      <a:srgbClr val="D1EFFF"/>
    </a:custClr>
  </a:custClrLst>
</a:theme>
</file>

<file path=ppt/theme/theme3.xml><?xml version="1.0" encoding="utf-8"?>
<a:theme xmlns:a="http://schemas.openxmlformats.org/drawingml/2006/main" name="Office Theme">
  <a:themeElements>
    <a:clrScheme name="SAP_Colors2011">
      <a:dk1>
        <a:srgbClr val="000000"/>
      </a:dk1>
      <a:lt1>
        <a:srgbClr val="FFFFFF"/>
      </a:lt1>
      <a:dk2>
        <a:srgbClr val="00AFE3"/>
      </a:dk2>
      <a:lt2>
        <a:srgbClr val="CCCCCC"/>
      </a:lt2>
      <a:accent1>
        <a:srgbClr val="FDB913"/>
      </a:accent1>
      <a:accent2>
        <a:srgbClr val="626366"/>
      </a:accent2>
      <a:accent3>
        <a:srgbClr val="0082C9"/>
      </a:accent3>
      <a:accent4>
        <a:srgbClr val="4BBE44"/>
      </a:accent4>
      <a:accent5>
        <a:srgbClr val="B1D249"/>
      </a:accent5>
      <a:accent6>
        <a:srgbClr val="80298F"/>
      </a:accent6>
      <a:hlink>
        <a:srgbClr val="04357B"/>
      </a:hlink>
      <a:folHlink>
        <a:srgbClr val="999999"/>
      </a:folHlink>
    </a:clrScheme>
    <a:fontScheme name="SAP_Fonts201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custClrLst>
    <a:custClr name="Blue 2">
      <a:srgbClr val="D1EFFF"/>
    </a:custClr>
  </a:custClr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  <wetp:taskpane dockstate="right" visibility="0" width="350" row="0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D0FCFAFA-D3D3-1441-8101-DA629D03A5D9}">
  <we:reference id="b0692d11-e342-a550-cfba-e8c57e47b8f1" version="1.0.0.8" store="EXCatalog" storeType="EXCatalog"/>
  <we:alternateReferences/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E65AE667-A5F5-0F47-8627-5174A8B7EA47}">
  <we:reference id="b8d7a30b-109c-4c41-a1df-a6cb639730b5" version="2.0.0.5" store="EXCatalog" storeType="EXCatalog"/>
  <we:alternateReferences/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11EE17DA7F164468BB565F24CB69831" ma:contentTypeVersion="38" ma:contentTypeDescription="Create a new document." ma:contentTypeScope="" ma:versionID="034c0095eefafaf837d2990735dc89c3">
  <xsd:schema xmlns:xsd="http://www.w3.org/2001/XMLSchema" xmlns:xs="http://www.w3.org/2001/XMLSchema" xmlns:p="http://schemas.microsoft.com/office/2006/metadata/properties" xmlns:ns2="5e4e02e9-56f6-4ef1-a69a-d8f4363bf933" xmlns:ns3="fd664af8-c6d7-4188-9869-6e1869bb0883" targetNamespace="http://schemas.microsoft.com/office/2006/metadata/properties" ma:root="true" ma:fieldsID="221ea0253706ed856a9e92789d75eb64" ns2:_="" ns3:_="">
    <xsd:import namespace="5e4e02e9-56f6-4ef1-a69a-d8f4363bf933"/>
    <xsd:import namespace="fd664af8-c6d7-4188-9869-6e1869bb088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3:TaxCatchAll" minOccurs="0"/>
                <xsd:element ref="ns2:MediaServiceObjectDetectorVersion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2:MediaServiceDateTaken" minOccurs="0"/>
                <xsd:element ref="ns2:MediaLengthInSeconds" minOccurs="0"/>
                <xsd:element ref="ns2:MediaServiceSearchProperties" minOccurs="0"/>
                <xsd:element ref="ns2:_Flow_SignoffStatus" minOccurs="0"/>
                <xsd:element ref="ns2:Import_x002d_Relevant" minOccurs="0"/>
                <xsd:element ref="ns3:_dlc_DocId" minOccurs="0"/>
                <xsd:element ref="ns3:_dlc_DocIdUrl" minOccurs="0"/>
                <xsd:element ref="ns3:_dlc_DocIdPersistId" minOccurs="0"/>
                <xsd:element ref="ns3:ARA_x0020_Library_x0020_Name" minOccurs="0"/>
                <xsd:element ref="ns3:ARA_x0020_Projects" minOccurs="0"/>
                <xsd:element ref="ns3:ARA_x0020_Category" minOccurs="0"/>
                <xsd:element ref="ns3:ARA_x0020_Topic" minOccurs="0"/>
                <xsd:element ref="ns3:ARA_x0020_Class" minOccurs="0"/>
                <xsd:element ref="ns3:ARA_x0020_Status" minOccurs="0"/>
                <xsd:element ref="ns2:_ModernAudienceTargetUserField" minOccurs="0"/>
                <xsd:element ref="ns2:_ModernAudienceAadObjectIds" minOccurs="0"/>
                <xsd:element ref="ns3:ARA_x0020_Contact" minOccurs="0"/>
                <xsd:element ref="ns3:ARA_x0020_Site_x0020_Name" minOccurs="0"/>
                <xsd:element ref="ns2:Pic" minOccurs="0"/>
                <xsd:element ref="ns2:MediaServiceLocation" minOccurs="0"/>
                <xsd:element ref="ns2:MediaServiceBillingMetadata" minOccurs="0"/>
                <xsd:element ref="ns2:Year" minOccurs="0"/>
                <xsd:element ref="ns2:Month" minOccurs="0"/>
                <xsd:element ref="ns2:cPro" minOccurs="0"/>
                <xsd:element ref="ns2:Doc_Type" minOccurs="0"/>
                <xsd:element ref="ns2:ARA95_x002d_OWS" minOccurs="0"/>
                <xsd:element ref="ns2:ARA95_x002d_Team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e4e02e9-56f6-4ef1-a69a-d8f4363bf93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8" nillable="true" ma:taxonomy="true" ma:internalName="lcf76f155ced4ddcb4097134ff3c332f" ma:taxonomyFieldName="MediaServiceImageTags" ma:displayName="Image Tags" ma:readOnly="false" ma:fieldId="{5cf76f15-5ced-4ddc-b409-7134ff3c332f}" ma:taxonomyMulti="true" ma:sspId="c7b3fb9d-ee0a-40a8-bd42-4026b75186d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Flow_SignoffStatus" ma:index="22" nillable="true" ma:displayName="Sign-off status" ma:internalName="Sign_x002d_off_x0020_status">
      <xsd:simpleType>
        <xsd:restriction base="dms:Text"/>
      </xsd:simpleType>
    </xsd:element>
    <xsd:element name="Import_x002d_Relevant" ma:index="23" nillable="true" ma:displayName="Import-Relevant" ma:format="Dropdown" ma:internalName="Import_x002d_Relevant">
      <xsd:simpleType>
        <xsd:restriction base="dms:Text">
          <xsd:maxLength value="255"/>
        </xsd:restriction>
      </xsd:simpleType>
    </xsd:element>
    <xsd:element name="_ModernAudienceTargetUserField" ma:index="33" nillable="true" ma:displayName="Audience" ma:list="UserInfo" ma:SharePointGroup="0" ma:internalName="_ModernAudienceTargetUserField" ma:showField="ImnNam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_ModernAudienceAadObjectIds" ma:index="34" nillable="true" ma:displayName="AudienceIds" ma:list="{5c1a023c-dcbb-4171-b9bf-b03c808f0f77}" ma:internalName="_ModernAudienceAadObjectIds" ma:readOnly="true" ma:showField="_AadObjectIdForUser" ma:web="fd664af8-c6d7-4188-9869-6e1869bb088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ic" ma:index="37" nillable="true" ma:displayName="Pic" ma:format="Image" ma:internalName="Pic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Location" ma:index="38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39" nillable="true" ma:displayName="MediaServiceBillingMetadata" ma:hidden="true" ma:internalName="MediaServiceBillingMetadata" ma:readOnly="true">
      <xsd:simpleType>
        <xsd:restriction base="dms:Note"/>
      </xsd:simpleType>
    </xsd:element>
    <xsd:element name="Year" ma:index="40" nillable="true" ma:displayName="Year" ma:decimals="0" ma:default="2025" ma:format="Dropdown" ma:internalName="Year" ma:percentage="FALSE">
      <xsd:simpleType>
        <xsd:restriction base="dms:Number"/>
      </xsd:simpleType>
    </xsd:element>
    <xsd:element name="Month" ma:index="41" nillable="true" ma:displayName="Month" ma:format="Dropdown" ma:indexed="true" ma:internalName="Month">
      <xsd:simpleType>
        <xsd:restriction base="dms:Choice">
          <xsd:enumeration value="January"/>
          <xsd:enumeration value="February"/>
          <xsd:enumeration value="March"/>
          <xsd:enumeration value="April"/>
          <xsd:enumeration value="May"/>
          <xsd:enumeration value="June"/>
          <xsd:enumeration value="July"/>
          <xsd:enumeration value="August"/>
          <xsd:enumeration value="September"/>
          <xsd:enumeration value="October"/>
          <xsd:enumeration value="November"/>
          <xsd:enumeration value="December"/>
        </xsd:restriction>
      </xsd:simpleType>
    </xsd:element>
    <xsd:element name="cPro" ma:index="42" nillable="true" ma:displayName="cPro" ma:format="Dropdown" ma:indexed="true" ma:internalName="cPro">
      <xsd:simpleType>
        <xsd:restriction base="dms:Choice">
          <xsd:enumeration value="OWS0_BTP_FDN"/>
          <xsd:enumeration value="OWS0_CloudS"/>
          <xsd:enumeration value="OWS0_OCTO"/>
          <xsd:enumeration value="OWS1_BTP_FDN"/>
          <xsd:enumeration value="OWS1_GCS"/>
          <xsd:enumeration value="OWS1_SP"/>
          <xsd:enumeration value="OWS2_BTP_GDN"/>
          <xsd:enumeration value="OWS2_CLM2"/>
          <xsd:enumeration value="OWS2_DWC"/>
          <xsd:enumeration value="OWS2_DXP"/>
          <xsd:enumeration value="OWS2_GCS"/>
          <xsd:enumeration value="OWS3_BTP_FDN"/>
          <xsd:enumeration value="OWS3_CPEE"/>
          <xsd:enumeration value="OWS4_BTP_XP"/>
          <xsd:enumeration value="OWS4_SEC"/>
        </xsd:restriction>
      </xsd:simpleType>
    </xsd:element>
    <xsd:element name="Doc_Type" ma:index="43" nillable="true" ma:displayName="Doc_Type" ma:format="Dropdown" ma:indexed="true" ma:internalName="Doc_Type">
      <xsd:simpleType>
        <xsd:restriction base="dms:Choice">
          <xsd:enumeration value="Planning"/>
          <xsd:enumeration value="Reporting"/>
        </xsd:restriction>
      </xsd:simpleType>
    </xsd:element>
    <xsd:element name="ARA95_x002d_OWS" ma:index="44" nillable="true" ma:displayName="ARA95 - OWS" ma:format="Dropdown" ma:internalName="ARA95_x002d_OWS">
      <xsd:simpleType>
        <xsd:restriction base="dms:Choice">
          <xsd:enumeration value="OWS0"/>
          <xsd:enumeration value="OWS1"/>
          <xsd:enumeration value="OWS2"/>
          <xsd:enumeration value="OWS3"/>
          <xsd:enumeration value="OWS4"/>
          <xsd:enumeration value="OWS 0-4"/>
        </xsd:restriction>
      </xsd:simpleType>
    </xsd:element>
    <xsd:element name="ARA95_x002d_Teams" ma:index="45" nillable="true" ma:displayName="ARA95 - Teams" ma:format="Dropdown" ma:internalName="ARA95_x002d_Teams">
      <xsd:simpleType>
        <xsd:restriction base="dms:Choice">
          <xsd:enumeration value="Cross_Team"/>
          <xsd:enumeration value="Open_Source"/>
          <xsd:enumeration value="OWS1_IM"/>
          <xsd:enumeration value="OWS1_DC"/>
          <xsd:enumeration value="OWS2_GDN"/>
          <xsd:enumeration value="OWS2_DWC"/>
          <xsd:enumeration value="OWS2_DXP"/>
          <xsd:enumeration value="OWS2_GCID"/>
          <xsd:enumeration value="OWS3_PE"/>
          <xsd:enumeration value="OWS4_SEC"/>
          <xsd:enumeration value="OWS4_XP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d664af8-c6d7-4188-9869-6e1869bb0883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2" nillable="true" ma:displayName="Taxonomy Catch All Column" ma:hidden="true" ma:list="{f7fb8aa8-4015-4542-be88-edaf79d934c9}" ma:internalName="TaxCatchAll" ma:showField="CatchAllData" ma:web="fd664af8-c6d7-4188-9869-6e1869bb088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_dlc_DocId" ma:index="24" nillable="true" ma:displayName="Document ID Value" ma:description="The value of the document ID assigned to this item." ma:indexed="true" ma:internalName="_dlc_DocId" ma:readOnly="true">
      <xsd:simpleType>
        <xsd:restriction base="dms:Text"/>
      </xsd:simpleType>
    </xsd:element>
    <xsd:element name="_dlc_DocIdUrl" ma:index="25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26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ARA_x0020_Library_x0020_Name" ma:index="27" nillable="true" ma:displayName="ARA Library Name" ma:format="Dropdown" ma:indexed="true" ma:internalName="ARA_x0020_Library_x0020_Name">
      <xsd:simpleType>
        <xsd:restriction base="dms:Text">
          <xsd:maxLength value="255"/>
        </xsd:restriction>
      </xsd:simpleType>
    </xsd:element>
    <xsd:element name="ARA_x0020_Projects" ma:index="28" nillable="true" ma:displayName="ARA Projects" ma:internalName="ARA_x0020_Projects">
      <xsd:complexType>
        <xsd:complexContent>
          <xsd:extension base="dms:MultiChoiceFillIn">
            <xsd:sequence>
              <xsd:element name="Value" maxOccurs="unbounded" minOccurs="0" nillable="true">
                <xsd:simpleType>
                  <xsd:union memberTypes="dms:Text">
                    <xsd:simpleType>
                      <xsd:restriction base="dms:Choice">
                        <xsd:enumeration value="Cloud Native"/>
                        <xsd:enumeration value="Open Source"/>
                        <xsd:enumeration value="Portal"/>
                        <xsd:enumeration value="WS0"/>
                        <xsd:enumeration value="WS1"/>
                        <xsd:enumeration value="WS2"/>
                        <xsd:enumeration value="WS3"/>
                        <xsd:enumeration value="WS4"/>
                        <xsd:enumeration value="Open Resource Discovery"/>
                        <xsd:enumeration value="Garden Linux"/>
                        <xsd:enumeration value="Cloud-Native Life Cycle Management"/>
                        <xsd:enumeration value="Security &amp; Compliance Automation"/>
                        <xsd:enumeration value="Gardener"/>
                        <xsd:enumeration value="Open Component Model"/>
                        <xsd:enumeration value="Open Managed Control Plane"/>
                        <xsd:enumeration value="Open Micro Frontend Platform"/>
                        <xsd:enumeration value="CobaltCore"/>
                        <xsd:enumeration value="IronCore"/>
                        <xsd:enumeration value="Greenhouse"/>
                        <xsd:enumeration value="ECOfed"/>
                      </xsd:restriction>
                    </xsd:simpleType>
                  </xsd:union>
                </xsd:simpleType>
              </xsd:element>
            </xsd:sequence>
          </xsd:extension>
        </xsd:complexContent>
      </xsd:complexType>
    </xsd:element>
    <xsd:element name="ARA_x0020_Category" ma:index="29" nillable="true" ma:displayName="ARA Category" ma:default="ApeiroRA General" ma:internalName="ARA_x0020_Category">
      <xsd:complexType>
        <xsd:complexContent>
          <xsd:extension base="dms:MultiChoiceFillIn">
            <xsd:sequence>
              <xsd:element name="Value" maxOccurs="unbounded" minOccurs="0" nillable="true">
                <xsd:simpleType>
                  <xsd:union memberTypes="dms:Text">
                    <xsd:simpleType>
                      <xsd:restriction base="dms:Choice">
                        <xsd:enumeration value="ApeiroRA General"/>
                        <xsd:enumeration value="Project Portfolio"/>
                        <xsd:enumeration value="Templates"/>
                        <xsd:enumeration value="Media"/>
                        <xsd:enumeration value="Recordings"/>
                        <xsd:enumeration value="Knowledge Snacks"/>
                        <xsd:enumeration value="Learning Material"/>
                        <xsd:enumeration value="Program Guidance"/>
                        <xsd:enumeration value="Program Deliverables"/>
                        <xsd:enumeration value="8ra Shared Docs"/>
                        <xsd:enumeration value="VDI Shared Docs"/>
                        <xsd:enumeration value="BMWK Shared Docs"/>
                        <xsd:enumeration value="LOI"/>
                      </xsd:restriction>
                    </xsd:simpleType>
                  </xsd:union>
                </xsd:simpleType>
              </xsd:element>
            </xsd:sequence>
          </xsd:extension>
        </xsd:complexContent>
      </xsd:complexType>
    </xsd:element>
    <xsd:element name="ARA_x0020_Topic" ma:index="30" nillable="true" ma:displayName="ARA Topic" ma:format="Dropdown" ma:internalName="ARA_x0020_Topic">
      <xsd:complexType>
        <xsd:complexContent>
          <xsd:extension base="dms:MultiChoiceFillIn">
            <xsd:sequence>
              <xsd:element name="Value" maxOccurs="unbounded" minOccurs="0" nillable="true">
                <xsd:simpleType>
                  <xsd:union memberTypes="dms:Text">
                    <xsd:simpleType>
                      <xsd:restriction base="dms:Choice">
                        <xsd:enumeration value="Recommended Reading"/>
                        <xsd:enumeration value="Big Picture"/>
                        <xsd:enumeration value="Cloud Native"/>
                        <xsd:enumeration value="Open Source"/>
                        <xsd:enumeration value="Status Report"/>
                        <xsd:enumeration value="Event Content from External"/>
                        <xsd:enumeration value="Event Content"/>
                        <xsd:enumeration value="Spillover"/>
                        <xsd:enumeration value="How-To"/>
                        <xsd:enumeration value="Staffing"/>
                        <xsd:enumeration value="QBR"/>
                        <xsd:enumeration value="Report"/>
                        <xsd:enumeration value="Steering"/>
                        <xsd:enumeration value="L0-Doc"/>
                        <xsd:enumeration value="8rawiki"/>
                        <xsd:enumeration value="ApeiroRAwiki"/>
                        <xsd:enumeration value="Whitepaper"/>
                        <xsd:enumeration value="SIG"/>
                        <xsd:enumeration value="Travel Guideline"/>
                        <xsd:enumeration value="Time Recording Guideline"/>
                        <xsd:enumeration value="Infrastructure Guideline"/>
                        <xsd:enumeration value="Staffing Guideline"/>
                        <xsd:enumeration value="3rd Party Guideline"/>
                      </xsd:restriction>
                    </xsd:simpleType>
                  </xsd:union>
                </xsd:simpleType>
              </xsd:element>
            </xsd:sequence>
          </xsd:extension>
        </xsd:complexContent>
      </xsd:complexType>
    </xsd:element>
    <xsd:element name="ARA_x0020_Class" ma:index="31" nillable="true" ma:displayName="ARA Class" ma:default="Project Internal" ma:internalName="ARA_x0020_Class">
      <xsd:complexType>
        <xsd:complexContent>
          <xsd:extension base="dms:MultiChoiceFillIn">
            <xsd:sequence>
              <xsd:element name="Value" maxOccurs="unbounded" minOccurs="0" nillable="true">
                <xsd:simpleType>
                  <xsd:union memberTypes="dms:Text">
                    <xsd:simpleType>
                      <xsd:restriction base="dms:Choice">
                        <xsd:enumeration value="Project Internal"/>
                        <xsd:enumeration value="Only Staffed"/>
                        <xsd:enumeration value="include CUsers"/>
                        <xsd:enumeration value="8ra Partners"/>
                        <xsd:enumeration value="8ra VDI"/>
                        <xsd:enumeration value="8ra BMWK"/>
                        <xsd:enumeration value="8ra EU"/>
                        <xsd:enumeration value="Public"/>
                      </xsd:restriction>
                    </xsd:simpleType>
                  </xsd:union>
                </xsd:simpleType>
              </xsd:element>
            </xsd:sequence>
          </xsd:extension>
        </xsd:complexContent>
      </xsd:complexType>
    </xsd:element>
    <xsd:element name="ARA_x0020_Status" ma:index="32" nillable="true" ma:displayName="ARA Status" ma:default="Draft" ma:format="Dropdown" ma:indexed="true" ma:internalName="ARA_x0020_Status">
      <xsd:simpleType>
        <xsd:union memberTypes="dms:Text">
          <xsd:simpleType>
            <xsd:restriction base="dms:Choice">
              <xsd:enumeration value="Draft"/>
              <xsd:enumeration value="Published"/>
              <xsd:enumeration value="Obsolete"/>
              <xsd:enumeration value="Archive"/>
            </xsd:restriction>
          </xsd:simpleType>
        </xsd:union>
      </xsd:simpleType>
    </xsd:element>
    <xsd:element name="ARA_x0020_Contact" ma:index="35" nillable="true" ma:displayName="ARA Contact" ma:list="UserInfo" ma:SearchPeopleOnly="false" ma:SharePointGroup="0" ma:internalName="ARA_x0020_Contact" ma:showField="EMail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RA_x0020_Site_x0020_Name" ma:index="36" nillable="true" ma:displayName="ARA Site Name" ma:default="ApeiroRASP" ma:internalName="ARA_x0020_Site_x0020_Name">
      <xsd:simpleType>
        <xsd:restriction base="dms:Text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TemplafyTemplateConfiguration><![CDATA[{"elementsMetadata":[{"type":"shape","id":"d2a5e899-6291-46a7-a989-53cff643de6a","elementConfiguration":{"binding":"{{ DataSources.Classification[Form.Classification.Name].Display}}","type":"text","disableUpdates":false}},{"type":"shape","id":"39417289-d54b-4324-8a8a-2e1f43e092e3","elementConfiguration":{"inheritDimensions":"{{InheritDimensions.InheritNone}}","width":"","height":"1 cm","image":"{{Form.SAPLogo.SubbrandBlue}}","visibility":"","type":"image","disableUpdates":false}},{"type":"shape","id":"1fc1821b-f216-46de-b54d-b736cfccb8cd","elementConfiguration":{"binding":"{{Form.Classification.Display}}","visibility":"","type":"text","disableUpdates":false}},{"type":"shape","id":"be5cec05-5e5b-420e-8e22-74ec879a96f4","elementConfiguration":{"binding":"{{Form.Classification.Display}}","visibility":"","type":"text","disableUpdates":false}},{"type":"shape","id":"b0049908-f0b7-4f69-9e2c-153e0152b501","elementConfiguration":{"inheritDimensions":"{{InheritDimensions.InheritNone}}","width":"","height":"1 cm","image":"{{Form.SAPLogo.SubbrandBlack}}","visibility":"","type":"image","disableUpdates":false}},{"type":"shape","id":"eac1b77e-f4cd-4c4b-a931-e03bac202f34","elementConfiguration":{"inheritDimensions":"{{InheritDimensions.InheritNone}}","width":"","height":"1 cm","image":"{{Form.SAPLogo.SubbrandWhite}}","visibility":"","type":"image","disableUpdates":false}},{"type":"shape","id":"7b47a565-415b-49e0-b138-ab108c2c5bf9","elementConfiguration":{"binding":"{{Form.Classification.Display}}","visibility":"","type":"text","disableUpdates":false}},{"type":"shape","id":"af622395-3cc3-4f57-bfc8-0cade9aeb343","elementConfiguration":{"inheritDimensions":"{{InheritDimensions.InheritNone}}","width":"","height":"1 cm","image":"{{Form.SAPLogo.SubbrandBlue}}","visibility":"","type":"image","disableUpdates":false}},{"type":"shape","id":"7ce31f04-ac1b-43fd-b1bd-03e4f0afe96f","elementConfiguration":{"binding":"{{Form.Classification.Display}}","visibility":"","type":"text","disableUpdates":false}},{"type":"shape","id":"7086da9f-9e03-4afa-ae88-da1106d959de","elementConfiguration":{"inheritDimensions":"{{InheritDimensions.InheritNone}}","width":"","height":"1 cm","image":"{{Form.SAPLogo.SubbrandBlue}}","visibility":"","type":"image","disableUpdates":false}},{"type":"shape","id":"e386a4ac-3173-45e4-9ccc-c2edc57366b1","elementConfiguration":{"binding":"{{Form.Classification.Display}}","visibility":"","type":"text","disableUpdates":false}},{"type":"shape","id":"e05bf989-c620-408c-982d-87c8f6cb3c3b","elementConfiguration":{"inheritDimensions":"{{InheritDimensions.InheritNone}}","width":"","height":"1 cm","image":"{{Form.SAPLogo.SubbrandBlue}}","visibility":"","type":"image","disableUpdates":false}},{"type":"shape","id":"1a0e37ad-b3f5-4493-8bd9-55d0a6497843","elementConfiguration":{"binding":"{{Form.Classification.Display}}","visibility":"","type":"text","disableUpdates":false}},{"type":"shape","id":"e2a3e93d-bd0a-49fa-91c9-a5cc9128d719","elementConfiguration":{"inheritDimensions":"{{InheritDimensions.InheritNone}}","width":"","height":"1 cm","image":"{{Form.SAPLogo.SubbrandWhite}}","visibility":"","type":"image","disableUpdates":false}},{"type":"shape","id":"aa193904-7b1a-41c2-8d48-f016243962b9","elementConfiguration":{"binding":"{{Form.Classification.Display}}","visibility":"","type":"text","disableUpdates":false}},{"type":"shape","id":"250ae429-51a3-4f7b-bb63-8b7d9d4a344f","elementConfiguration":{"binding":"{{DataSources.PPTCopyRight[\"Slide 5 copyright\"].CopyrightMessage}}","visibility":"","type":"text","disableUpdates":false}},{"type":"shape","id":"16bc9ca9-9858-45a5-b567-5d40c89c52d7","elementConfiguration":{"inheritDimensions":"{{InheritDimensions.InheritNone}}","width":"","height":"1 cm","image":"{{Form.SAPLogo.SubbrandBlack}}","visibility":"","type":"image","disableUpdates":false}},{"type":"shape","id":"839b1117-d1c2-46d5-bf6f-0be4823fe17a","elementConfiguration":{"binding":"{{Form.Classification.Display}}","visibility":"","type":"text","disableUpdates":false}},{"type":"shape","id":"95f178e8-912d-43f8-a78d-be2a42579b51","elementConfiguration":{"inheritDimensions":"{{InheritDimensions.InheritNone}}","width":"","height":"1 cm","image":"{{Form.SAPLogo.SubbrandWhite}}","visibility":"","type":"image","disableUpdates":false}},{"type":"shape","id":"522445cc-640a-48ad-baff-184cd00aa3b7","elementConfiguration":{"binding":"{{Form.Classification.Display}}","visibility":"","type":"text","disableUpdates":false}},{"type":"shape","id":"37744108-5a57-4878-9330-85a73170a356","elementConfiguration":{"inheritDimensions":"{{InheritDimensions.InheritNone}}","width":"","height":"1 cm","image":"{{Form.SAPLogo.SubbrandBlack}}","visibility":"","type":"image","disableUpdates":false}},{"type":"shape","id":"259d9c35-7d20-4427-8a64-40a93b11c506","elementConfiguration":{"binding":"{{Form.Classification.Display}}","visibility":"","type":"text","disableUpdates":false}},{"type":"shape","id":"ae0bf8b3-b385-430f-b3eb-acb65628601f","elementConfiguration":{"inheritDimensions":"{{InheritDimensions.InheritNone}}","width":"","height":"1 cm","image":"{{Form.SAPLogo.SubbrandWhite}}","visibility":"","type":"image","disableUpdates":false}},{"type":"shape","id":"cc483056-5139-4a2a-bf58-ab77694c4dca","elementConfiguration":{"binding":"{{Form.Classification.Display}}","visibility":"","type":"text","disableUpdates":false}},{"type":"shape","id":"3df636fb-c7f0-4fd8-9d7d-237adf67a874","elementConfiguration":{"inheritDimensions":"{{InheritDimensions.InheritNone}}","width":"","height":"1 cm","image":"{{Form.SAPLogo.SubbrandWhite}}","visibility":"","type":"image","disableUpdates":false}},{"type":"shape","id":"783f021e-1741-48c6-9e81-865609c9c0a6","elementConfiguration":{"binding":"{{Form.Classification.Display}}","visibility":"","type":"text","disableUpdates":false}},{"type":"shape","id":"314cc4ef-5fc2-470a-804f-636afe5d3346","elementConfiguration":{"binding":"{{StringJoin(\", \", Form.SpeakerName,\"SAP\")}}","type":"text","disableUpdates":false}},{"type":"shape","id":"5a197faf-3070-46ab-b3fb-027c40cfda26","elementConfiguration":{"binding":"{{FormatDateTime(Form.Date,\"MMMM dd, yyyy\",\"en-US\")}}","type":"text","disableUpdates":false}},{"type":"shape","id":"08835032-f3a0-4771-89d8-73177d312b78","elementConfiguration":{"binding":"{{StringJoin(\", \", Form.SpeakerName,\"SAP\")}}","type":"text","disableUpdates":false}},{"type":"shape","id":"4b6ce213-2ac3-49e2-8995-7692d4fd8fb8","elementConfiguration":{"binding":"{{FormatDateTime(Form.Date,\"MMMM dd, yyyy\",\"en-US\")}}","type":"text","disableUpdates":false}},{"type":"shape","id":"793a1971-5ade-4545-a721-da33ba80ad38","elementConfiguration":{"binding":"{{StringJoin(\", \", Form.SpeakerName,\"SAP\")}}","type":"text","disableUpdates":false}},{"type":"shape","id":"3e678ff5-a821-466f-b4b9-61545a83789a","elementConfiguration":{"binding":"{{FormatDateTime(Form.Date,\"MMMM dd, yyyy\",\"en-US\")}}","type":"text","disableUpdates":false}},{"type":"shape","id":"17e360d8-9841-438c-a1f0-789fee28b922","elementConfiguration":{"binding":"{{StringJoin(\", \", Form.SpeakerName,\"SAP\")}}","type":"text","disableUpdates":false}},{"type":"shape","id":"ed2ba5b2-cc69-4190-aee0-67711eb3c836","elementConfiguration":{"binding":"{{FormatDateTime(Form.Date,\"MMMM dd, yyyy\",\"en-US\")}}","type":"text","disableUpdates":false}},{"type":"shape","id":"8985aa0d-05e2-4122-870e-30d69dcbd753","elementConfiguration":{"binding":"{{StringJoin(\", \", Form.SpeakerName,\"SAP\")}}","type":"text","disableUpdates":false}},{"type":"shape","id":"c91ad873-91e9-4878-8cb6-cf5d0e938dee","elementConfiguration":{"binding":"{{FormatDateTime(Form.Date,\"MMMM dd, yyyy\",\"en-US\")}}","type":"text","disableUpdates":false}},{"type":"shape","id":"395826df-573b-481e-b770-0a38f8f2e18f","elementConfiguration":{"binding":"{{StringJoin(\", \", Form.SpeakerName,\"SAP\")}}","type":"text","disableUpdates":false}},{"type":"shape","id":"8d85e5ba-caf4-476b-93af-f8eec1d7b800","elementConfiguration":{"binding":"{{FormatDateTime(Form.Date,\"MMMM dd, yyyy\",\"en-US\")}}","type":"text","disableUpdates":false}},{"type":"shape","id":"7983c9cd-3ba9-46bd-b02b-84e9672cec2c","elementConfiguration":{"binding":"{{Form.SpeakerName}}","type":"text","disableUpdates":false}},{"type":"shape","id":"190287d2-6090-44f9-b8f3-7674b14f811d","elementConfiguration":{"binding":"{{Form.Email}}","type":"text","disableUpdates":false}}],"transformationConfigurations":[],"templateName":"SAP Template NEW","templateDescription":"Font issue resolved","enableDocumentContentUpdater":true,"version":"2.0"}]]></TemplafyTemplateConfiguration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fd664af8-c6d7-4188-9869-6e1869bb0883" xsi:nil="true"/>
    <lcf76f155ced4ddcb4097134ff3c332f xmlns="5e4e02e9-56f6-4ef1-a69a-d8f4363bf933">
      <Terms xmlns="http://schemas.microsoft.com/office/infopath/2007/PartnerControls"/>
    </lcf76f155ced4ddcb4097134ff3c332f>
    <MediaLengthInSeconds xmlns="5e4e02e9-56f6-4ef1-a69a-d8f4363bf933" xsi:nil="true"/>
    <SharedWithUsers xmlns="fd664af8-c6d7-4188-9869-6e1869bb0883">
      <UserInfo>
        <DisplayName>Potka, Shpresa</DisplayName>
        <AccountId>404</AccountId>
        <AccountType/>
      </UserInfo>
      <UserInfo>
        <DisplayName>Schuster, Michael</DisplayName>
        <AccountId>101</AccountId>
        <AccountType/>
      </UserInfo>
      <UserInfo>
        <DisplayName>Hermes, Martin</DisplayName>
        <AccountId>335</AccountId>
        <AccountType/>
      </UserInfo>
      <UserInfo>
        <DisplayName>Falkenberg, Hilmar</DisplayName>
        <AccountId>406</AccountId>
        <AccountType/>
      </UserInfo>
      <UserInfo>
        <DisplayName>Fassunge, Martin Georg</DisplayName>
        <AccountId>61</AccountId>
        <AccountType/>
      </UserInfo>
      <UserInfo>
        <DisplayName>Cosse, Mike</DisplayName>
        <AccountId>107</AccountId>
        <AccountType/>
      </UserInfo>
      <UserInfo>
        <DisplayName>Braun, Maximilian</DisplayName>
        <AccountId>270</AccountId>
        <AccountType/>
      </UserInfo>
      <UserInfo>
        <DisplayName>Ott, Johannes</DisplayName>
        <AccountId>269</AccountId>
        <AccountType/>
      </UserInfo>
      <UserInfo>
        <DisplayName>Kober, Ingo</DisplayName>
        <AccountId>308</AccountId>
        <AccountType/>
      </UserInfo>
      <UserInfo>
        <DisplayName>Morrison, Gerald</DisplayName>
        <AccountId>383</AccountId>
        <AccountType/>
      </UserInfo>
      <UserInfo>
        <DisplayName>Echterhoelter, Bastian</DisplayName>
        <AccountId>362</AccountId>
        <AccountType/>
      </UserInfo>
      <UserInfo>
        <DisplayName>Schweig, Aaron</DisplayName>
        <AccountId>542</AccountId>
        <AccountType/>
      </UserInfo>
      <UserInfo>
        <DisplayName>Fritzler, Andreas</DisplayName>
        <AccountId>377</AccountId>
        <AccountType/>
      </UserInfo>
      <UserInfo>
        <DisplayName>Vieriu, Valentin</DisplayName>
        <AccountId>621</AccountId>
        <AccountType/>
      </UserInfo>
      <UserInfo>
        <DisplayName>Hinrichs, Karsten</DisplayName>
        <AccountId>637</AccountId>
        <AccountType/>
      </UserInfo>
      <UserInfo>
        <DisplayName>Wolujewicz, Robert</DisplayName>
        <AccountId>494</AccountId>
        <AccountType/>
      </UserInfo>
    </SharedWithUsers>
    <_Flow_SignoffStatus xmlns="5e4e02e9-56f6-4ef1-a69a-d8f4363bf933" xsi:nil="true"/>
    <Import_x002d_Relevant xmlns="5e4e02e9-56f6-4ef1-a69a-d8f4363bf933" xsi:nil="true"/>
    <ARA_x0020_Projects xmlns="fd664af8-c6d7-4188-9869-6e1869bb0883" xsi:nil="true"/>
    <Month xmlns="5e4e02e9-56f6-4ef1-a69a-d8f4363bf933" xsi:nil="true"/>
    <Doc_Type xmlns="5e4e02e9-56f6-4ef1-a69a-d8f4363bf933" xsi:nil="true"/>
    <_ModernAudienceTargetUserField xmlns="5e4e02e9-56f6-4ef1-a69a-d8f4363bf933">
      <UserInfo>
        <DisplayName/>
        <AccountId xsi:nil="true"/>
        <AccountType/>
      </UserInfo>
    </_ModernAudienceTargetUserField>
    <ARA_x0020_Contact xmlns="fd664af8-c6d7-4188-9869-6e1869bb0883">
      <UserInfo>
        <DisplayName/>
        <AccountId xsi:nil="true"/>
        <AccountType/>
      </UserInfo>
    </ARA_x0020_Contact>
    <ARA_x0020_Topic xmlns="fd664af8-c6d7-4188-9869-6e1869bb0883" xsi:nil="true"/>
    <Year xmlns="5e4e02e9-56f6-4ef1-a69a-d8f4363bf933">2025</Year>
    <cPro xmlns="5e4e02e9-56f6-4ef1-a69a-d8f4363bf933" xsi:nil="true"/>
    <ARA_x0020_Status xmlns="fd664af8-c6d7-4188-9869-6e1869bb0883">Draft</ARA_x0020_Status>
    <ARA_x0020_Category xmlns="fd664af8-c6d7-4188-9869-6e1869bb0883">
      <Value>ApeiroRA General</Value>
    </ARA_x0020_Category>
    <Pic xmlns="5e4e02e9-56f6-4ef1-a69a-d8f4363bf933">
      <Url xsi:nil="true"/>
      <Description xsi:nil="true"/>
    </Pic>
    <ARA95_x002d_OWS xmlns="5e4e02e9-56f6-4ef1-a69a-d8f4363bf933" xsi:nil="true"/>
    <ARA95_x002d_Teams xmlns="5e4e02e9-56f6-4ef1-a69a-d8f4363bf933" xsi:nil="true"/>
    <ARA_x0020_Library_x0020_Name xmlns="fd664af8-c6d7-4188-9869-6e1869bb0883" xsi:nil="true"/>
    <ARA_x0020_Class xmlns="fd664af8-c6d7-4188-9869-6e1869bb0883">
      <Value>Project Internal</Value>
    </ARA_x0020_Class>
    <ARA_x0020_Site_x0020_Name xmlns="fd664af8-c6d7-4188-9869-6e1869bb0883">ApeiroRASP</ARA_x0020_Site_x0020_Name>
    <_dlc_DocId xmlns="fd664af8-c6d7-4188-9869-6e1869bb0883">ARASP-772567924-10397</_dlc_DocId>
    <_dlc_DocIdUrl xmlns="fd664af8-c6d7-4188-9869-6e1869bb0883">
      <Url>https://sap.sharepoint.com/teams/EUCloudORA-OWS0/_layouts/15/DocIdRedir.aspx?ID=ARASP-772567924-10397</Url>
      <Description>ARASP-772567924-10397</Description>
    </_dlc_DocIdUrl>
  </documentManagement>
</p:properties>
</file>

<file path=customXml/item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5.xml><?xml version="1.0" encoding="utf-8"?>
<TemplafyFormConfiguration><![CDATA[{"formFields":[{"distinct":false,"hideIfNoUserInteractionRequired":false,"required":true,"autoSelectFirstOption":false,"shareValue":false,"type":"dropDown","dataSourceName":"PPTSubBrandLogos2023","dataSourceFieldName":"Name","name":"SAPLogo","label":"Select Template"},{"distinct":false,"hideIfNoUserInteractionRequired":false,"required":true,"autoSelectFirstOption":false,"shareValue":false,"type":"dropDown","dataSourceName":"Classification","dataSourceFieldName":"Name","name":"Classification","label":"Select Classification"},{"required":false,"shareValue":false,"type":"datePicker","name":"Date","label":"Date"},{"required":false,"placeholder":"","lines":1,"defaultValue":"{{StringJoin(\" \", UserProfile.FirstName,UserProfile.LastName)}}","helpTexts":{"prefix":"After your name, include your preferred pronouns (they/them, she/her, he/him)."},"shareValue":false,"type":"textBox","name":"SpeakerName","label":"Name and Pronouns"},{"required":false,"placeholder":"","lines":1,"defaultValue":"{{UserProfile.Email}}","shareValue":false,"type":"textBox","name":"Email","label":"Email"}],"formDataEntries":[{"name":"SAPLogo","value":"pxB0tb4qiCEYCgGk2fAV86fXsKRk9ZMKiRC3VaLJ5C8="},{"name":"Classification","value":"JhIipzZMLzT12iPN9zD3fohu67W2dokK4YSrgIPhYes="},{"name":"SpeakerName","value":"n/aVkO+bL8Ky5r8yhtIP1kzUEzeDWyZhE8CcUDpY1XQ="}]}]]></TemplafyFormConfiguration>
</file>

<file path=customXml/item6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Props1.xml><?xml version="1.0" encoding="utf-8"?>
<ds:datastoreItem xmlns:ds="http://schemas.openxmlformats.org/officeDocument/2006/customXml" ds:itemID="{F1F9BA8E-CFE0-416F-9296-390D7FC34A2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e4e02e9-56f6-4ef1-a69a-d8f4363bf933"/>
    <ds:schemaRef ds:uri="fd664af8-c6d7-4188-9869-6e1869bb088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26BBCBB-1894-4E66-BA48-9E91CE3ACBA0}">
  <ds:schemaRefs/>
</ds:datastoreItem>
</file>

<file path=customXml/itemProps3.xml><?xml version="1.0" encoding="utf-8"?>
<ds:datastoreItem xmlns:ds="http://schemas.openxmlformats.org/officeDocument/2006/customXml" ds:itemID="{C1422F45-04DB-421D-8796-270006657806}">
  <ds:schemaRefs>
    <ds:schemaRef ds:uri="http://purl.org/dc/terms/"/>
    <ds:schemaRef ds:uri="http://schemas.microsoft.com/office/infopath/2007/PartnerControls"/>
    <ds:schemaRef ds:uri="http://purl.org/dc/dcmitype/"/>
    <ds:schemaRef ds:uri="http://schemas.microsoft.com/office/2006/documentManagement/types"/>
    <ds:schemaRef ds:uri="5e4e02e9-56f6-4ef1-a69a-d8f4363bf933"/>
    <ds:schemaRef ds:uri="http://purl.org/dc/elements/1.1/"/>
    <ds:schemaRef ds:uri="http://schemas.microsoft.com/office/2006/metadata/properties"/>
    <ds:schemaRef ds:uri="http://schemas.openxmlformats.org/package/2006/metadata/core-properties"/>
    <ds:schemaRef ds:uri="fd664af8-c6d7-4188-9869-6e1869bb0883"/>
    <ds:schemaRef ds:uri="http://www.w3.org/XML/1998/namespace"/>
  </ds:schemaRefs>
</ds:datastoreItem>
</file>

<file path=customXml/itemProps4.xml><?xml version="1.0" encoding="utf-8"?>
<ds:datastoreItem xmlns:ds="http://schemas.openxmlformats.org/officeDocument/2006/customXml" ds:itemID="{291DCB28-1C52-4C0E-804A-6BD2D3F0FB8D}">
  <ds:schemaRefs>
    <ds:schemaRef ds:uri="http://schemas.microsoft.com/sharepoint/v3/contenttype/forms"/>
  </ds:schemaRefs>
</ds:datastoreItem>
</file>

<file path=customXml/itemProps5.xml><?xml version="1.0" encoding="utf-8"?>
<ds:datastoreItem xmlns:ds="http://schemas.openxmlformats.org/officeDocument/2006/customXml" ds:itemID="{CC49FFC8-2FF3-4057-96F0-3BCD1A4F0351}">
  <ds:schemaRefs/>
</ds:datastoreItem>
</file>

<file path=customXml/itemProps6.xml><?xml version="1.0" encoding="utf-8"?>
<ds:datastoreItem xmlns:ds="http://schemas.openxmlformats.org/officeDocument/2006/customXml" ds:itemID="{9F2F98FD-DD41-4C01-8DE0-1BB87FF1B8A4}">
  <ds:schemaRefs>
    <ds:schemaRef ds:uri="http://schemas.microsoft.com/sharepoint/events"/>
  </ds:schemaRefs>
</ds:datastoreItem>
</file>

<file path=docMetadata/LabelInfo.xml><?xml version="1.0" encoding="utf-8"?>
<clbl:labelList xmlns:clbl="http://schemas.microsoft.com/office/2020/mipLabelMetadata">
  <clbl:label id="{0cf7ac0a-4681-4823-ab0b-04ef02c5f873}" enabled="1" method="Privileged" siteId="{42f7676c-f455-423c-82f6-dc2d99791af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39</TotalTime>
  <Words>605</Words>
  <Application>Microsoft Macintosh PowerPoint</Application>
  <PresentationFormat>Custom</PresentationFormat>
  <Paragraphs>351</Paragraphs>
  <Slides>2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13" baseType="lpstr">
      <vt:lpstr>72 Brand</vt:lpstr>
      <vt:lpstr>Courier New</vt:lpstr>
      <vt:lpstr>Aptos Display</vt:lpstr>
      <vt:lpstr>72 Brand Medium</vt:lpstr>
      <vt:lpstr>Symbol</vt:lpstr>
      <vt:lpstr>Arial</vt:lpstr>
      <vt:lpstr>wingdings</vt:lpstr>
      <vt:lpstr>Roboto</vt:lpstr>
      <vt:lpstr>wingdings</vt:lpstr>
      <vt:lpstr>2_SAP Template 2024</vt:lpstr>
      <vt:lpstr>think-cell Slide</vt:lpstr>
      <vt:lpstr>Apeiro Showroom Planes</vt:lpstr>
      <vt:lpstr>Apeiro Showroom Multi-AZ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Schlosser, Andreas</cp:lastModifiedBy>
  <cp:revision>4</cp:revision>
  <dcterms:created xsi:type="dcterms:W3CDTF">2023-11-22T14:52:19Z</dcterms:created>
  <dcterms:modified xsi:type="dcterms:W3CDTF">2026-02-11T13:18:48Z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AdHocReviewCycleID">
    <vt:i4>1101452479</vt:i4>
  </property>
  <property fmtid="{D5CDD505-2E9C-101B-9397-08002B2CF9AE}" pid="3" name="_NewReviewCycle">
    <vt:lpwstr/>
  </property>
  <property fmtid="{D5CDD505-2E9C-101B-9397-08002B2CF9AE}" pid="4" name="_EmailSubject">
    <vt:lpwstr>SAP - PPT Exploration (Updated)</vt:lpwstr>
  </property>
  <property fmtid="{D5CDD505-2E9C-101B-9397-08002B2CF9AE}" pid="5" name="_PreviousAdHocReviewCycleID">
    <vt:i4>1357826825</vt:i4>
  </property>
  <property fmtid="{D5CDD505-2E9C-101B-9397-08002B2CF9AE}" pid="6" name="TemplafyTimeStamp">
    <vt:lpwstr>2023-11-21T10:14:49</vt:lpwstr>
  </property>
  <property fmtid="{D5CDD505-2E9C-101B-9397-08002B2CF9AE}" pid="7" name="TemplafyTenantId">
    <vt:lpwstr>sap</vt:lpwstr>
  </property>
  <property fmtid="{D5CDD505-2E9C-101B-9397-08002B2CF9AE}" pid="8" name="TemplafyTemplateId">
    <vt:lpwstr>743088030174412800</vt:lpwstr>
  </property>
  <property fmtid="{D5CDD505-2E9C-101B-9397-08002B2CF9AE}" pid="9" name="TemplafyUserProfileId">
    <vt:lpwstr>637946187664790256</vt:lpwstr>
  </property>
  <property fmtid="{D5CDD505-2E9C-101B-9397-08002B2CF9AE}" pid="10" name="TemplafyLanguageCode">
    <vt:lpwstr>en-US</vt:lpwstr>
  </property>
  <property fmtid="{D5CDD505-2E9C-101B-9397-08002B2CF9AE}" pid="11" name="TemplafyFromBlank">
    <vt:bool>false</vt:bool>
  </property>
  <property fmtid="{D5CDD505-2E9C-101B-9397-08002B2CF9AE}" pid="12" name="ContentTypeId">
    <vt:lpwstr>0x010100611EE17DA7F164468BB565F24CB69831</vt:lpwstr>
  </property>
  <property fmtid="{D5CDD505-2E9C-101B-9397-08002B2CF9AE}" pid="13" name="MediaServiceImageTags">
    <vt:lpwstr/>
  </property>
  <property fmtid="{D5CDD505-2E9C-101B-9397-08002B2CF9AE}" pid="14" name="xd_ProgID">
    <vt:lpwstr/>
  </property>
  <property fmtid="{D5CDD505-2E9C-101B-9397-08002B2CF9AE}" pid="15" name="ComplianceAssetId">
    <vt:lpwstr/>
  </property>
  <property fmtid="{D5CDD505-2E9C-101B-9397-08002B2CF9AE}" pid="16" name="TemplateUrl">
    <vt:lpwstr/>
  </property>
  <property fmtid="{D5CDD505-2E9C-101B-9397-08002B2CF9AE}" pid="17" name="_ExtendedDescription">
    <vt:lpwstr/>
  </property>
  <property fmtid="{D5CDD505-2E9C-101B-9397-08002B2CF9AE}" pid="18" name="TriggerFlowInfo">
    <vt:lpwstr/>
  </property>
  <property fmtid="{D5CDD505-2E9C-101B-9397-08002B2CF9AE}" pid="19" name="xd_Signature">
    <vt:lpwstr/>
  </property>
  <property fmtid="{D5CDD505-2E9C-101B-9397-08002B2CF9AE}" pid="20" name="_dlc_DocIdItemGuid">
    <vt:lpwstr>23e1ca9a-d335-4092-b9ac-6ae774e28701</vt:lpwstr>
  </property>
</Properties>
</file>
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14748363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M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3" name="Autor" initials="A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E31DB"/>
    <a:srgbClr val="8B1FB1"/>
    <a:srgbClr val="406DB1"/>
    <a:srgbClr val="1D236B"/>
    <a:srgbClr val="00ACE5"/>
    <a:srgbClr val="C7B5F3"/>
    <a:srgbClr val="AD75DA"/>
    <a:srgbClr val="A40FDC"/>
    <a:srgbClr val="961EDF"/>
    <a:srgbClr val="872FE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 autoAdjust="0"/>
    <p:restoredTop sz="97650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>
        <p:guide orient="horz" pos="231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13722"/>
    </p:cViewPr>
  </p:sorterViewPr>
  <p:notesViewPr>
    <p:cSldViewPr snapToGrid="0" showGuides="1">
      <p:cViewPr varScale="1">
        <p:scale>
          <a:sx n="94" d="100"/>
          <a:sy n="94" d="100"/>
        </p:scale>
        <p:origin x="36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B3F0300-2105-4419-AE4E-C7B44213DB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FC9EE1-695E-4C54-A1AE-D7B405CA99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74175-E4E3-4793-BC3D-D56D4AD5D9B8}" type="datetimeFigureOut">
              <a:rPr lang="de-DE" smtClean="0"/>
              <a:t>22.12.25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62615E-8188-45E8-A485-A02AB8D60F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EAC054-F125-4D41-A459-D4E939C29C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D65B9-8973-4C6B-8F83-173A37E8C57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7688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3BC5E-D261-4AD3-BD04-43E8BCA76A0C}" type="datetimeFigureOut">
              <a:rPr lang="de-DE" smtClean="0"/>
              <a:t>22.12.25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435B9-E754-4568-A628-86CBD7EC524C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643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05FCA-C6DA-594D-490A-6594AA8E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41B86-9B57-3475-D7ED-C3482E531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EFD6A-2255-83F2-39E4-5A1001A2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E97C2-C66D-C187-3B76-F399AC3D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47E53-55DF-D940-8CFA-55DEFB8718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7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9C9EE3-8B18-9765-4532-ED8A2F90E0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000" y="1187999"/>
            <a:ext cx="108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3F7F33-22CA-97F2-75F9-668B91D34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000" y="396000"/>
            <a:ext cx="8640000" cy="61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headline</a:t>
            </a:r>
            <a:endParaRPr lang="de-DE" dirty="0"/>
          </a:p>
        </p:txBody>
      </p:sp>
      <p:sp>
        <p:nvSpPr>
          <p:cNvPr id="8" name="Textfeld 19">
            <a:extLst>
              <a:ext uri="{FF2B5EF4-FFF2-40B4-BE49-F238E27FC236}">
                <a16:creationId xmlns:a16="http://schemas.microsoft.com/office/drawing/2014/main" id="{BFB278CF-BEC6-A3D2-106B-74DC4F95C036}"/>
              </a:ext>
            </a:extLst>
          </p:cNvPr>
          <p:cNvSpPr txBox="1"/>
          <p:nvPr userDrawn="1"/>
        </p:nvSpPr>
        <p:spPr>
          <a:xfrm>
            <a:off x="86621" y="6372000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D8BD23D-EB4C-487C-8520-1E7EED5A36ED}" type="slidenum">
              <a:rPr lang="de-DE" sz="1400" smtClean="0">
                <a:solidFill>
                  <a:srgbClr val="406DB1"/>
                </a:solidFill>
              </a:rPr>
              <a:t>‹#›</a:t>
            </a:fld>
            <a:endParaRPr lang="de-DE" sz="1400" dirty="0">
              <a:solidFill>
                <a:srgbClr val="406DB1"/>
              </a:solidFill>
            </a:endParaRPr>
          </a:p>
        </p:txBody>
      </p:sp>
      <p:sp>
        <p:nvSpPr>
          <p:cNvPr id="9" name="Rechteck 2">
            <a:extLst>
              <a:ext uri="{FF2B5EF4-FFF2-40B4-BE49-F238E27FC236}">
                <a16:creationId xmlns:a16="http://schemas.microsoft.com/office/drawing/2014/main" id="{DD1CAF1C-10C9-83D6-C827-E2CD4422523E}"/>
              </a:ext>
            </a:extLst>
          </p:cNvPr>
          <p:cNvSpPr/>
          <p:nvPr userDrawn="1"/>
        </p:nvSpPr>
        <p:spPr>
          <a:xfrm>
            <a:off x="2496251" y="6385663"/>
            <a:ext cx="1355756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de-DE" sz="1800" dirty="0">
                <a:solidFill>
                  <a:schemeClr val="accent3"/>
                </a:solidFill>
              </a:rPr>
              <a:t>www.8ra.com 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2C09AAF0-24C7-1451-3D32-86903230E5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6" y="6069706"/>
            <a:ext cx="1891605" cy="778356"/>
          </a:xfrm>
          <a:prstGeom prst="rect">
            <a:avLst/>
          </a:prstGeom>
        </p:spPr>
      </p:pic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48A1282B-875C-3A98-C01C-2FAF35EBB4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5713" y="6420306"/>
            <a:ext cx="3914720" cy="276225"/>
          </a:xfrm>
        </p:spPr>
        <p:txBody>
          <a:bodyPr lIns="36000" tIns="0" rIns="36000" bIns="0" anchor="ctr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lang="en-US" dirty="0"/>
              <a:t>Click to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098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5B1A05B1-979A-5251-F3F2-953DF7AE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396000"/>
            <a:ext cx="10800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headline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B067E-20C0-5BE9-DC27-4A629F60C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1188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92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E" sz="3600" b="1" kern="1200" noProof="0">
          <a:solidFill>
            <a:schemeClr val="accent2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None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53B1-BBE1-F15B-2869-5C6AA532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>
            <a:extLst>
              <a:ext uri="{FF2B5EF4-FFF2-40B4-BE49-F238E27FC236}">
                <a16:creationId xmlns:a16="http://schemas.microsoft.com/office/drawing/2014/main" id="{B4707B36-FD9A-67B7-8792-8F9F1BE22C13}"/>
              </a:ext>
            </a:extLst>
          </p:cNvPr>
          <p:cNvSpPr/>
          <p:nvPr/>
        </p:nvSpPr>
        <p:spPr>
          <a:xfrm>
            <a:off x="745560" y="1689840"/>
            <a:ext cx="11418840" cy="4021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3" name="CustomShape 3">
            <a:extLst>
              <a:ext uri="{FF2B5EF4-FFF2-40B4-BE49-F238E27FC236}">
                <a16:creationId xmlns:a16="http://schemas.microsoft.com/office/drawing/2014/main" id="{A054E49F-AF7E-74A3-E911-5B4F7E5BB5FB}"/>
              </a:ext>
            </a:extLst>
          </p:cNvPr>
          <p:cNvSpPr/>
          <p:nvPr/>
        </p:nvSpPr>
        <p:spPr>
          <a:xfrm>
            <a:off x="2459880" y="307440"/>
            <a:ext cx="9431280" cy="34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D2774A-F4CE-EBE4-C3AA-335856828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633"/>
          <a:stretch>
            <a:fillRect/>
          </a:stretch>
        </p:blipFill>
        <p:spPr>
          <a:xfrm>
            <a:off x="1990661" y="1013219"/>
            <a:ext cx="8210678" cy="46305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87AC08-FC8A-ECEF-19A0-4EB16C05C2A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455" y="1830135"/>
            <a:ext cx="889000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F14C0C-E7B5-6D10-5E76-296A81AB59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2696" y="2321526"/>
            <a:ext cx="927100" cy="111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5EF712-7EE6-EEA1-A971-7A54B20DA4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524" y="2901721"/>
            <a:ext cx="838200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9850F-B7F4-3865-50E0-D9415CDAA7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824" y="3836235"/>
            <a:ext cx="863600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58437-9726-28CD-94D5-5F4824DFB8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163" y="3861635"/>
            <a:ext cx="8255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1383CA-9401-137A-96E3-02ED9C7D15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0336" y="3836235"/>
            <a:ext cx="762000" cy="939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5D8F1-940B-FD1C-3134-7886A18562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1072" y="977040"/>
            <a:ext cx="850900" cy="1092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C041FC-609E-3B1C-C51E-FC5EBA02BE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95146" y="977040"/>
            <a:ext cx="977900" cy="11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635993-CC03-F573-515F-F9857F8C24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474" y="895621"/>
            <a:ext cx="876300" cy="1041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DF833F-6D7D-99E0-1B21-48E8110783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805" y="4852235"/>
            <a:ext cx="876300" cy="952500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BEF5376B-81E6-3291-441D-17E25225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396000"/>
            <a:ext cx="10344336" cy="612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2F2B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ApeiroRA and the IPCEI-CIS Reference Architecture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FD7EA24-7BD5-77FA-CC16-575C81394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C24F58-7C27-9F05-0BEE-3384CA34C2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5090" y="1044369"/>
            <a:ext cx="478771" cy="4787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01933D-B638-EC1B-E864-C50E8F582639}"/>
              </a:ext>
            </a:extLst>
          </p:cNvPr>
          <p:cNvSpPr txBox="1"/>
          <p:nvPr/>
        </p:nvSpPr>
        <p:spPr>
          <a:xfrm>
            <a:off x="305699" y="1559509"/>
            <a:ext cx="6575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Konfidence</a:t>
            </a:r>
          </a:p>
        </p:txBody>
      </p:sp>
    </p:spTree>
    <p:extLst>
      <p:ext uri="{BB962C8B-B14F-4D97-AF65-F5344CB8AC3E}">
        <p14:creationId xmlns:p14="http://schemas.microsoft.com/office/powerpoint/2010/main" val="167572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1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1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</p:bldLst>
      </p:timing>
    </mc:Fallback>
  </mc:AlternateContent>
</p:sld>
</file>

<file path=ppt/theme/theme1.xml><?xml version="1.0" encoding="utf-8"?>
<a:theme xmlns:a="http://schemas.openxmlformats.org/drawingml/2006/main" name="8ra slide master">
  <a:themeElements>
    <a:clrScheme name="IPCE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47B"/>
      </a:accent1>
      <a:accent2>
        <a:srgbClr val="1D236B"/>
      </a:accent2>
      <a:accent3>
        <a:srgbClr val="A524D2"/>
      </a:accent3>
      <a:accent4>
        <a:srgbClr val="33CCFF"/>
      </a:accent4>
      <a:accent5>
        <a:srgbClr val="7AA2BC"/>
      </a:accent5>
      <a:accent6>
        <a:srgbClr val="4E6FB2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1EE17DA7F164468BB565F24CB69831" ma:contentTypeVersion="38" ma:contentTypeDescription="Create a new document." ma:contentTypeScope="" ma:versionID="034c0095eefafaf837d2990735dc89c3">
  <xsd:schema xmlns:xsd="http://www.w3.org/2001/XMLSchema" xmlns:xs="http://www.w3.org/2001/XMLSchema" xmlns:p="http://schemas.microsoft.com/office/2006/metadata/properties" xmlns:ns2="5e4e02e9-56f6-4ef1-a69a-d8f4363bf933" xmlns:ns3="fd664af8-c6d7-4188-9869-6e1869bb0883" targetNamespace="http://schemas.microsoft.com/office/2006/metadata/properties" ma:root="true" ma:fieldsID="221ea0253706ed856a9e92789d75eb64" ns2:_="" ns3:_="">
    <xsd:import namespace="5e4e02e9-56f6-4ef1-a69a-d8f4363bf933"/>
    <xsd:import namespace="fd664af8-c6d7-4188-9869-6e1869bb08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Import_x002d_Relevant" minOccurs="0"/>
                <xsd:element ref="ns3:_dlc_DocId" minOccurs="0"/>
                <xsd:element ref="ns3:_dlc_DocIdUrl" minOccurs="0"/>
                <xsd:element ref="ns3:_dlc_DocIdPersistId" minOccurs="0"/>
                <xsd:element ref="ns3:ARA_x0020_Library_x0020_Name" minOccurs="0"/>
                <xsd:element ref="ns3:ARA_x0020_Projects" minOccurs="0"/>
                <xsd:element ref="ns3:ARA_x0020_Category" minOccurs="0"/>
                <xsd:element ref="ns3:ARA_x0020_Topic" minOccurs="0"/>
                <xsd:element ref="ns3:ARA_x0020_Class" minOccurs="0"/>
                <xsd:element ref="ns3:ARA_x0020_Status" minOccurs="0"/>
                <xsd:element ref="ns2:_ModernAudienceTargetUserField" minOccurs="0"/>
                <xsd:element ref="ns2:_ModernAudienceAadObjectIds" minOccurs="0"/>
                <xsd:element ref="ns3:ARA_x0020_Contact" minOccurs="0"/>
                <xsd:element ref="ns3:ARA_x0020_Site_x0020_Name" minOccurs="0"/>
                <xsd:element ref="ns2:Pic" minOccurs="0"/>
                <xsd:element ref="ns2:MediaServiceLocation" minOccurs="0"/>
                <xsd:element ref="ns2:MediaServiceBillingMetadata" minOccurs="0"/>
                <xsd:element ref="ns2:Year" minOccurs="0"/>
                <xsd:element ref="ns2:Month" minOccurs="0"/>
                <xsd:element ref="ns2:cPro" minOccurs="0"/>
                <xsd:element ref="ns2:Doc_Type" minOccurs="0"/>
                <xsd:element ref="ns2:ARA95_x002d_OWS" minOccurs="0"/>
                <xsd:element ref="ns2:ARA95_x002d_Team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e02e9-56f6-4ef1-a69a-d8f4363bf9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Import_x002d_Relevant" ma:index="23" nillable="true" ma:displayName="Import-Relevant" ma:format="Dropdown" ma:internalName="Import_x002d_Relevant">
      <xsd:simpleType>
        <xsd:restriction base="dms:Text">
          <xsd:maxLength value="255"/>
        </xsd:restriction>
      </xsd:simpleType>
    </xsd:element>
    <xsd:element name="_ModernAudienceTargetUserField" ma:index="33" nillable="true" ma:displayName="Audienc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34" nillable="true" ma:displayName="AudienceIds" ma:list="{5c1a023c-dcbb-4171-b9bf-b03c808f0f77}" ma:internalName="_ModernAudienceAadObjectIds" ma:readOnly="true" ma:showField="_AadObjectIdForUser" ma:web="fd664af8-c6d7-4188-9869-6e1869bb08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ic" ma:index="37" nillable="true" ma:displayName="Pic" ma:format="Image" ma:internalName="Pic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Location" ma:index="3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9" nillable="true" ma:displayName="MediaServiceBillingMetadata" ma:hidden="true" ma:internalName="MediaServiceBillingMetadata" ma:readOnly="true">
      <xsd:simpleType>
        <xsd:restriction base="dms:Note"/>
      </xsd:simpleType>
    </xsd:element>
    <xsd:element name="Year" ma:index="40" nillable="true" ma:displayName="Year" ma:decimals="0" ma:default="2025" ma:format="Dropdown" ma:internalName="Year" ma:percentage="FALSE">
      <xsd:simpleType>
        <xsd:restriction base="dms:Number"/>
      </xsd:simpleType>
    </xsd:element>
    <xsd:element name="Month" ma:index="41" nillable="true" ma:displayName="Month" ma:format="Dropdown" ma:indexed="true" ma:internalName="Month">
      <xsd:simpleType>
        <xsd:restriction base="dms:Choice">
          <xsd:enumeration value="January"/>
          <xsd:enumeration value="February"/>
          <xsd:enumeration value="March"/>
          <xsd:enumeration value="April"/>
          <xsd:enumeration value="May"/>
          <xsd:enumeration value="June"/>
          <xsd:enumeration value="July"/>
          <xsd:enumeration value="August"/>
          <xsd:enumeration value="September"/>
          <xsd:enumeration value="October"/>
          <xsd:enumeration value="November"/>
          <xsd:enumeration value="December"/>
        </xsd:restriction>
      </xsd:simpleType>
    </xsd:element>
    <xsd:element name="cPro" ma:index="42" nillable="true" ma:displayName="cPro" ma:format="Dropdown" ma:indexed="true" ma:internalName="cPro">
      <xsd:simpleType>
        <xsd:restriction base="dms:Choice">
          <xsd:enumeration value="OWS0_BTP_FDN"/>
          <xsd:enumeration value="OWS0_CloudS"/>
          <xsd:enumeration value="OWS0_OCTO"/>
          <xsd:enumeration value="OWS1_BTP_FDN"/>
          <xsd:enumeration value="OWS1_GCS"/>
          <xsd:enumeration value="OWS1_SP"/>
          <xsd:enumeration value="OWS2_BTP_GDN"/>
          <xsd:enumeration value="OWS2_CLM2"/>
          <xsd:enumeration value="OWS2_DWC"/>
          <xsd:enumeration value="OWS2_DXP"/>
          <xsd:enumeration value="OWS2_GCS"/>
          <xsd:enumeration value="OWS3_BTP_FDN"/>
          <xsd:enumeration value="OWS3_CPEE"/>
          <xsd:enumeration value="OWS4_BTP_XP"/>
          <xsd:enumeration value="OWS4_SEC"/>
        </xsd:restriction>
      </xsd:simpleType>
    </xsd:element>
    <xsd:element name="Doc_Type" ma:index="43" nillable="true" ma:displayName="Doc_Type" ma:format="Dropdown" ma:indexed="true" ma:internalName="Doc_Type">
      <xsd:simpleType>
        <xsd:restriction base="dms:Choice">
          <xsd:enumeration value="Planning"/>
          <xsd:enumeration value="Reporting"/>
        </xsd:restriction>
      </xsd:simpleType>
    </xsd:element>
    <xsd:element name="ARA95_x002d_OWS" ma:index="44" nillable="true" ma:displayName="ARA95 - OWS" ma:format="Dropdown" ma:internalName="ARA95_x002d_OWS">
      <xsd:simpleType>
        <xsd:restriction base="dms:Choice">
          <xsd:enumeration value="OWS0"/>
          <xsd:enumeration value="OWS1"/>
          <xsd:enumeration value="OWS2"/>
          <xsd:enumeration value="OWS3"/>
          <xsd:enumeration value="OWS4"/>
          <xsd:enumeration value="OWS 0-4"/>
        </xsd:restriction>
      </xsd:simpleType>
    </xsd:element>
    <xsd:element name="ARA95_x002d_Teams" ma:index="45" nillable="true" ma:displayName="ARA95 - Teams" ma:format="Dropdown" ma:internalName="ARA95_x002d_Teams">
      <xsd:simpleType>
        <xsd:restriction base="dms:Choice">
          <xsd:enumeration value="Cross_Team"/>
          <xsd:enumeration value="Open_Source"/>
          <xsd:enumeration value="OWS1_IM"/>
          <xsd:enumeration value="OWS1_DC"/>
          <xsd:enumeration value="OWS2_GDN"/>
          <xsd:enumeration value="OWS2_DWC"/>
          <xsd:enumeration value="OWS2_DXP"/>
          <xsd:enumeration value="OWS2_GCID"/>
          <xsd:enumeration value="OWS3_PE"/>
          <xsd:enumeration value="OWS4_SEC"/>
          <xsd:enumeration value="OWS4_XP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64af8-c6d7-4188-9869-6e1869bb08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7fb8aa8-4015-4542-be88-edaf79d934c9}" ma:internalName="TaxCatchAll" ma:showField="CatchAllData" ma:web="fd664af8-c6d7-4188-9869-6e1869bb08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4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A_x0020_Library_x0020_Name" ma:index="27" nillable="true" ma:displayName="ARA Library Name" ma:format="Dropdown" ma:indexed="true" ma:internalName="ARA_x0020_Library_x0020_Name">
      <xsd:simpleType>
        <xsd:restriction base="dms:Text">
          <xsd:maxLength value="255"/>
        </xsd:restriction>
      </xsd:simpleType>
    </xsd:element>
    <xsd:element name="ARA_x0020_Projects" ma:index="28" nillable="true" ma:displayName="ARA Projects" ma:internalName="ARA_x0020_Project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Cloud Native"/>
                        <xsd:enumeration value="Open Source"/>
                        <xsd:enumeration value="Portal"/>
                        <xsd:enumeration value="WS0"/>
                        <xsd:enumeration value="WS1"/>
                        <xsd:enumeration value="WS2"/>
                        <xsd:enumeration value="WS3"/>
                        <xsd:enumeration value="WS4"/>
                        <xsd:enumeration value="Open Resource Discovery"/>
                        <xsd:enumeration value="Garden Linux"/>
                        <xsd:enumeration value="Cloud-Native Life Cycle Management"/>
                        <xsd:enumeration value="Security &amp; Compliance Automation"/>
                        <xsd:enumeration value="Gardener"/>
                        <xsd:enumeration value="Open Component Model"/>
                        <xsd:enumeration value="Open Managed Control Plane"/>
                        <xsd:enumeration value="Open Micro Frontend Platform"/>
                        <xsd:enumeration value="CobaltCore"/>
                        <xsd:enumeration value="IronCore"/>
                        <xsd:enumeration value="Greenhouse"/>
                        <xsd:enumeration value="ECOfed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Category" ma:index="29" nillable="true" ma:displayName="ARA Category" ma:default="ApeiroRA General" ma:internalName="ARA_x0020_Category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peiroRA General"/>
                        <xsd:enumeration value="Project Portfolio"/>
                        <xsd:enumeration value="Templates"/>
                        <xsd:enumeration value="Media"/>
                        <xsd:enumeration value="Recordings"/>
                        <xsd:enumeration value="Knowledge Snacks"/>
                        <xsd:enumeration value="Learning Material"/>
                        <xsd:enumeration value="Program Guidance"/>
                        <xsd:enumeration value="Program Deliverables"/>
                        <xsd:enumeration value="8ra Shared Docs"/>
                        <xsd:enumeration value="VDI Shared Docs"/>
                        <xsd:enumeration value="BMWK Shared Docs"/>
                        <xsd:enumeration value="LOI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Topic" ma:index="30" nillable="true" ma:displayName="ARA Topic" ma:format="Dropdown" ma:internalName="ARA_x0020_Topic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Recommended Reading"/>
                        <xsd:enumeration value="Big Picture"/>
                        <xsd:enumeration value="Cloud Native"/>
                        <xsd:enumeration value="Open Source"/>
                        <xsd:enumeration value="Status Report"/>
                        <xsd:enumeration value="Event Content from External"/>
                        <xsd:enumeration value="Event Content"/>
                        <xsd:enumeration value="Spillover"/>
                        <xsd:enumeration value="How-To"/>
                        <xsd:enumeration value="Staffing"/>
                        <xsd:enumeration value="QBR"/>
                        <xsd:enumeration value="Report"/>
                        <xsd:enumeration value="Steering"/>
                        <xsd:enumeration value="L0-Doc"/>
                        <xsd:enumeration value="8rawiki"/>
                        <xsd:enumeration value="ApeiroRAwiki"/>
                        <xsd:enumeration value="Whitepaper"/>
                        <xsd:enumeration value="SIG"/>
                        <xsd:enumeration value="Travel Guideline"/>
                        <xsd:enumeration value="Time Recording Guideline"/>
                        <xsd:enumeration value="Infrastructure Guideline"/>
                        <xsd:enumeration value="Staffing Guideline"/>
                        <xsd:enumeration value="3rd Party Guideline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Class" ma:index="31" nillable="true" ma:displayName="ARA Class" ma:default="Project Internal" ma:internalName="ARA_x0020_Clas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Project Internal"/>
                        <xsd:enumeration value="Only Staffed"/>
                        <xsd:enumeration value="include CUsers"/>
                        <xsd:enumeration value="8ra Partners"/>
                        <xsd:enumeration value="8ra VDI"/>
                        <xsd:enumeration value="8ra BMWK"/>
                        <xsd:enumeration value="8ra EU"/>
                        <xsd:enumeration value="Public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Status" ma:index="32" nillable="true" ma:displayName="ARA Status" ma:default="Draft" ma:format="Dropdown" ma:indexed="true" ma:internalName="ARA_x0020_Status">
      <xsd:simpleType>
        <xsd:union memberTypes="dms:Text">
          <xsd:simpleType>
            <xsd:restriction base="dms:Choice">
              <xsd:enumeration value="Draft"/>
              <xsd:enumeration value="Published"/>
              <xsd:enumeration value="Obsolete"/>
              <xsd:enumeration value="Archive"/>
            </xsd:restriction>
          </xsd:simpleType>
        </xsd:union>
      </xsd:simpleType>
    </xsd:element>
    <xsd:element name="ARA_x0020_Contact" ma:index="35" nillable="true" ma:displayName="ARA Contact" ma:list="UserInfo" ma:SearchPeopleOnly="false" ma:SharePointGroup="0" ma:internalName="ARA_x0020_Contact" ma:showField="EMail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RA_x0020_Site_x0020_Name" ma:index="36" nillable="true" ma:displayName="ARA Site Name" ma:default="ApeiroRASP" ma:internalName="ARA_x0020_Site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664af8-c6d7-4188-9869-6e1869bb0883" xsi:nil="true"/>
    <_Flow_SignoffStatus xmlns="5e4e02e9-56f6-4ef1-a69a-d8f4363bf933" xsi:nil="true"/>
    <ARA_x0020_Projects xmlns="fd664af8-c6d7-4188-9869-6e1869bb0883" xsi:nil="true"/>
    <Month xmlns="5e4e02e9-56f6-4ef1-a69a-d8f4363bf933" xsi:nil="true"/>
    <Doc_Type xmlns="5e4e02e9-56f6-4ef1-a69a-d8f4363bf933" xsi:nil="true"/>
    <_ModernAudienceTargetUserField xmlns="5e4e02e9-56f6-4ef1-a69a-d8f4363bf933">
      <UserInfo>
        <DisplayName/>
        <AccountId xsi:nil="true"/>
        <AccountType/>
      </UserInfo>
    </_ModernAudienceTargetUserField>
    <ARA_x0020_Contact xmlns="fd664af8-c6d7-4188-9869-6e1869bb0883">
      <UserInfo>
        <DisplayName/>
        <AccountId xsi:nil="true"/>
        <AccountType/>
      </UserInfo>
    </ARA_x0020_Contact>
    <ARA_x0020_Topic xmlns="fd664af8-c6d7-4188-9869-6e1869bb0883" xsi:nil="true"/>
    <Year xmlns="5e4e02e9-56f6-4ef1-a69a-d8f4363bf933">2025</Year>
    <cPro xmlns="5e4e02e9-56f6-4ef1-a69a-d8f4363bf933" xsi:nil="true"/>
    <ARA_x0020_Status xmlns="fd664af8-c6d7-4188-9869-6e1869bb0883">Draft</ARA_x0020_Status>
    <lcf76f155ced4ddcb4097134ff3c332f xmlns="5e4e02e9-56f6-4ef1-a69a-d8f4363bf933">
      <Terms xmlns="http://schemas.microsoft.com/office/infopath/2007/PartnerControls"/>
    </lcf76f155ced4ddcb4097134ff3c332f>
    <ARA_x0020_Category xmlns="fd664af8-c6d7-4188-9869-6e1869bb0883">
      <Value>ApeiroRA General</Value>
    </ARA_x0020_Category>
    <Pic xmlns="5e4e02e9-56f6-4ef1-a69a-d8f4363bf933">
      <Url xsi:nil="true"/>
      <Description xsi:nil="true"/>
    </Pic>
    <Import_x002d_Relevant xmlns="5e4e02e9-56f6-4ef1-a69a-d8f4363bf933" xsi:nil="true"/>
    <ARA95_x002d_OWS xmlns="5e4e02e9-56f6-4ef1-a69a-d8f4363bf933" xsi:nil="true"/>
    <ARA95_x002d_Teams xmlns="5e4e02e9-56f6-4ef1-a69a-d8f4363bf933" xsi:nil="true"/>
    <ARA_x0020_Library_x0020_Name xmlns="fd664af8-c6d7-4188-9869-6e1869bb0883" xsi:nil="true"/>
    <ARA_x0020_Class xmlns="fd664af8-c6d7-4188-9869-6e1869bb0883">
      <Value>Project Internal</Value>
    </ARA_x0020_Class>
    <ARA_x0020_Site_x0020_Name xmlns="fd664af8-c6d7-4188-9869-6e1869bb0883">ApeiroRASP</ARA_x0020_Site_x0020_Name>
    <_dlc_DocId xmlns="fd664af8-c6d7-4188-9869-6e1869bb0883">ARASP-772567924-10445</_dlc_DocId>
    <_dlc_DocIdUrl xmlns="fd664af8-c6d7-4188-9869-6e1869bb0883">
      <Url>https://sap.sharepoint.com/teams/EUCloudORA-OWS0/_layouts/15/DocIdRedir.aspx?ID=ARASP-772567924-10445</Url>
      <Description>ARASP-772567924-10445</Description>
    </_dlc_DocIdUrl>
  </documentManagement>
</p:properties>
</file>

<file path=customXml/itemProps1.xml><?xml version="1.0" encoding="utf-8"?>
<ds:datastoreItem xmlns:ds="http://schemas.openxmlformats.org/officeDocument/2006/customXml" ds:itemID="{838ABE10-678E-4112-AC5D-CA8628D1CF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5AFE3F-3317-47D0-AE77-AB29C83F8EE6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AFDFE5D-A39F-44A9-8702-3724FC1DA3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e02e9-56f6-4ef1-a69a-d8f4363bf933"/>
    <ds:schemaRef ds:uri="fd664af8-c6d7-4188-9869-6e1869bb08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605C8DC-55B1-42C4-A557-11289735211F}">
  <ds:schemaRefs>
    <ds:schemaRef ds:uri="http://schemas.microsoft.com/office/2006/documentManagement/types"/>
    <ds:schemaRef ds:uri="fd664af8-c6d7-4188-9869-6e1869bb0883"/>
    <ds:schemaRef ds:uri="http://purl.org/dc/dcmitype/"/>
    <ds:schemaRef ds:uri="5e4e02e9-56f6-4ef1-a69a-d8f4363bf933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8ra slide master</vt:lpstr>
      <vt:lpstr>ApeiroRA and the IPCEI-CIS Reference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2025-02-28T14:36:11Z</dcterms:created>
  <dcterms:modified xsi:type="dcterms:W3CDTF">2025-12-22T09:37:44Z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0x010100611EE17DA7F164468BB565F24CB69831</vt:lpwstr>
  </property>
  <property fmtid="{D5CDD505-2E9C-101B-9397-08002B2CF9AE}" pid="3" name="_dlc_DocIdItemGuid">
    <vt:lpwstr>330f81f4-f3f4-4209-9049-d2e2fb277f09</vt:lpwstr>
  </property>
</Properties>
</file>